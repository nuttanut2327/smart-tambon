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567f37dcb4b72" /><Relationship Type="http://schemas.openxmlformats.org/officeDocument/2006/relationships/extended-properties" Target="/docProps/app.xml" Id="Rff430ea0734345d2" /><Relationship Type="http://schemas.openxmlformats.org/officeDocument/2006/relationships/officeDocument" Target="/ppt/presentation.xml" Id="R7d63680f242d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a5f80994f4d50"/>
  </p:sldMasterIdLst>
  <p:notesMasterIdLst>
    <p:notesMasterId xmlns:r="http://schemas.openxmlformats.org/officeDocument/2006/relationships" r:id="R99f826a2ee6a48ea"/>
  </p:notesMasterIdLst>
  <p:sldIdLst>
    <p:sldId xmlns:r="http://schemas.openxmlformats.org/officeDocument/2006/relationships" id="256" r:id="R34cd9f5c3d6343a1"/>
    <p:sldId xmlns:r="http://schemas.openxmlformats.org/officeDocument/2006/relationships" id="257" r:id="Re4e39be65dd54fdc"/>
    <p:sldId xmlns:r="http://schemas.openxmlformats.org/officeDocument/2006/relationships" id="258" r:id="R60b3fc5d5b684021"/>
    <p:sldId xmlns:r="http://schemas.openxmlformats.org/officeDocument/2006/relationships" id="259" r:id="R759554eb3daa4a7d"/>
    <p:sldId xmlns:r="http://schemas.openxmlformats.org/officeDocument/2006/relationships" id="260" r:id="R46630a6508e0450e"/>
    <p:sldId xmlns:r="http://schemas.openxmlformats.org/officeDocument/2006/relationships" id="261" r:id="R102dfa063e6e41af"/>
    <p:sldId xmlns:r="http://schemas.openxmlformats.org/officeDocument/2006/relationships" id="262" r:id="R45ac1320cf9d43ea"/>
    <p:sldId xmlns:r="http://schemas.openxmlformats.org/officeDocument/2006/relationships" id="263" r:id="R08b9a2a035dd4de0"/>
    <p:sldId xmlns:r="http://schemas.openxmlformats.org/officeDocument/2006/relationships" id="264" r:id="R1b4ae92292464333"/>
    <p:sldId xmlns:r="http://schemas.openxmlformats.org/officeDocument/2006/relationships" id="265" r:id="R5e5aa6f85ea74f6c"/>
    <p:sldId xmlns:r="http://schemas.openxmlformats.org/officeDocument/2006/relationships" id="266" r:id="R969d4ce5e8e847e8"/>
    <p:sldId xmlns:r="http://schemas.openxmlformats.org/officeDocument/2006/relationships" id="267" r:id="Rbab48d99c1b844ee"/>
    <p:sldId xmlns:r="http://schemas.openxmlformats.org/officeDocument/2006/relationships" id="268" r:id="R3d9f487c922246cb"/>
    <p:sldId xmlns:r="http://schemas.openxmlformats.org/officeDocument/2006/relationships" id="269" r:id="Rff480ab7412e4e85"/>
    <p:sldId xmlns:r="http://schemas.openxmlformats.org/officeDocument/2006/relationships" id="270" r:id="R448856a089444d64"/>
    <p:sldId xmlns:r="http://schemas.openxmlformats.org/officeDocument/2006/relationships" id="271" r:id="Rf14f84c8ce274acf"/>
    <p:sldId xmlns:r="http://schemas.openxmlformats.org/officeDocument/2006/relationships" id="272" r:id="Red4d9da40846412f"/>
    <p:sldId xmlns:r="http://schemas.openxmlformats.org/officeDocument/2006/relationships" id="273" r:id="R0922f00f3ffd479e"/>
    <p:sldId xmlns:r="http://schemas.openxmlformats.org/officeDocument/2006/relationships" id="274" r:id="Recebeaca393e41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746f923294245" /><Relationship Type="http://schemas.openxmlformats.org/officeDocument/2006/relationships/slideMaster" Target="/ppt/slideMasters/slideMaster1.xml" Id="R5bea5f80994f4d50" /><Relationship Type="http://schemas.openxmlformats.org/officeDocument/2006/relationships/notesMaster" Target="/ppt/notesMasters/notesMaster1.xml" Id="R99f826a2ee6a48ea" /><Relationship Type="http://schemas.openxmlformats.org/officeDocument/2006/relationships/presProps" Target="/ppt/presProps.xml" Id="R6c7f23454b4847ee" /><Relationship Type="http://schemas.openxmlformats.org/officeDocument/2006/relationships/tableStyles" Target="/ppt/tableStyles.xml" Id="Rff1d2beb458f4d30" /><Relationship Type="http://schemas.openxmlformats.org/officeDocument/2006/relationships/slide" Target="/ppt/slides/slide1.xml" Id="R34cd9f5c3d6343a1" /><Relationship Type="http://schemas.openxmlformats.org/officeDocument/2006/relationships/slide" Target="/ppt/slides/slide2.xml" Id="Re4e39be65dd54fdc" /><Relationship Type="http://schemas.openxmlformats.org/officeDocument/2006/relationships/slide" Target="/ppt/slides/slide3.xml" Id="R60b3fc5d5b684021" /><Relationship Type="http://schemas.openxmlformats.org/officeDocument/2006/relationships/slide" Target="/ppt/slides/slide4.xml" Id="R759554eb3daa4a7d" /><Relationship Type="http://schemas.openxmlformats.org/officeDocument/2006/relationships/slide" Target="/ppt/slides/slide5.xml" Id="R46630a6508e0450e" /><Relationship Type="http://schemas.openxmlformats.org/officeDocument/2006/relationships/slide" Target="/ppt/slides/slide6.xml" Id="R102dfa063e6e41af" /><Relationship Type="http://schemas.openxmlformats.org/officeDocument/2006/relationships/slide" Target="/ppt/slides/slide7.xml" Id="R45ac1320cf9d43ea" /><Relationship Type="http://schemas.openxmlformats.org/officeDocument/2006/relationships/slide" Target="/ppt/slides/slide8.xml" Id="R08b9a2a035dd4de0" /><Relationship Type="http://schemas.openxmlformats.org/officeDocument/2006/relationships/slide" Target="/ppt/slides/slide9.xml" Id="R1b4ae92292464333" /><Relationship Type="http://schemas.openxmlformats.org/officeDocument/2006/relationships/slide" Target="/ppt/slides/slide10.xml" Id="R5e5aa6f85ea74f6c" /><Relationship Type="http://schemas.openxmlformats.org/officeDocument/2006/relationships/slide" Target="/ppt/slides/slide11.xml" Id="R969d4ce5e8e847e8" /><Relationship Type="http://schemas.openxmlformats.org/officeDocument/2006/relationships/slide" Target="/ppt/slides/slide12.xml" Id="Rbab48d99c1b844ee" /><Relationship Type="http://schemas.openxmlformats.org/officeDocument/2006/relationships/slide" Target="/ppt/slides/slide13.xml" Id="R3d9f487c922246cb" /><Relationship Type="http://schemas.openxmlformats.org/officeDocument/2006/relationships/slide" Target="/ppt/slides/slide14.xml" Id="Rff480ab7412e4e85" /><Relationship Type="http://schemas.openxmlformats.org/officeDocument/2006/relationships/slide" Target="/ppt/slides/slide15.xml" Id="R448856a089444d64" /><Relationship Type="http://schemas.openxmlformats.org/officeDocument/2006/relationships/slide" Target="/ppt/slides/slide16.xml" Id="Rf14f84c8ce274acf" /><Relationship Type="http://schemas.openxmlformats.org/officeDocument/2006/relationships/slide" Target="/ppt/slides/slide17.xml" Id="Red4d9da40846412f" /><Relationship Type="http://schemas.openxmlformats.org/officeDocument/2006/relationships/slide" Target="/ppt/slides/slide18.xml" Id="R0922f00f3ffd479e" /><Relationship Type="http://schemas.openxmlformats.org/officeDocument/2006/relationships/slide" Target="/ppt/slides/slide19.xml" Id="Recebeaca393e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60c0c21fc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fba912df74df8" /><Relationship Type="http://schemas.openxmlformats.org/officeDocument/2006/relationships/notesMaster" Target="/ppt/notesMasters/notesMaster1.xml" Id="R408fae71c5184d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b4d56249344f15" /><Relationship Type="http://schemas.openxmlformats.org/officeDocument/2006/relationships/notesMaster" Target="/ppt/notesMasters/notesMaster1.xml" Id="Rf00cd04350ee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f41302aef9440e" /><Relationship Type="http://schemas.openxmlformats.org/officeDocument/2006/relationships/notesMaster" Target="/ppt/notesMasters/notesMaster1.xml" Id="R764970dbc6344d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b28ae533d4b0a" /><Relationship Type="http://schemas.openxmlformats.org/officeDocument/2006/relationships/notesMaster" Target="/ppt/notesMasters/notesMaster1.xml" Id="Rf25362a25dbc43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2e89eba6874bcf" /><Relationship Type="http://schemas.openxmlformats.org/officeDocument/2006/relationships/notesMaster" Target="/ppt/notesMasters/notesMaster1.xml" Id="R6b8eb16c107941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abd57198424905" /><Relationship Type="http://schemas.openxmlformats.org/officeDocument/2006/relationships/notesMaster" Target="/ppt/notesMasters/notesMaster1.xml" Id="R17d800cb03de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a25968dc4c4b23" /><Relationship Type="http://schemas.openxmlformats.org/officeDocument/2006/relationships/notesMaster" Target="/ppt/notesMasters/notesMaster1.xml" Id="Ra42d2d1b13cf44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21ee401ae4854" /><Relationship Type="http://schemas.openxmlformats.org/officeDocument/2006/relationships/notesMaster" Target="/ppt/notesMasters/notesMaster1.xml" Id="R32ad79e160d44c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f7a083adee46f0" /><Relationship Type="http://schemas.openxmlformats.org/officeDocument/2006/relationships/notesMaster" Target="/ppt/notesMasters/notesMaster1.xml" Id="R9e2a9e28d06246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4533183dbe4ca4" /><Relationship Type="http://schemas.openxmlformats.org/officeDocument/2006/relationships/notesMaster" Target="/ppt/notesMasters/notesMaster1.xml" Id="R5b8d82cf53104d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e3003a96814185" /><Relationship Type="http://schemas.openxmlformats.org/officeDocument/2006/relationships/notesMaster" Target="/ppt/notesMasters/notesMaster1.xml" Id="R8b6fd3b6d9864c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e872b1206f415b" /><Relationship Type="http://schemas.openxmlformats.org/officeDocument/2006/relationships/notesMaster" Target="/ppt/notesMasters/notesMaster1.xml" Id="R431ab121c8a8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5dba24d7404407" /><Relationship Type="http://schemas.openxmlformats.org/officeDocument/2006/relationships/notesMaster" Target="/ppt/notesMasters/notesMaster1.xml" Id="R54c6dfe28bbe40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b49916a2d6400e" /><Relationship Type="http://schemas.openxmlformats.org/officeDocument/2006/relationships/notesMaster" Target="/ppt/notesMasters/notesMaster1.xml" Id="R70ffdcddbb204a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ae24af5edf4055" /><Relationship Type="http://schemas.openxmlformats.org/officeDocument/2006/relationships/notesMaster" Target="/ppt/notesMasters/notesMaster1.xml" Id="Rd79e98cf0ab149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1dfc78023640e7" /><Relationship Type="http://schemas.openxmlformats.org/officeDocument/2006/relationships/notesMaster" Target="/ppt/notesMasters/notesMaster1.xml" Id="Rf007781a8b7042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e9e6b6fbbb4eb7" /><Relationship Type="http://schemas.openxmlformats.org/officeDocument/2006/relationships/notesMaster" Target="/ppt/notesMasters/notesMaster1.xml" Id="Rf012964ee89f4c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2a0ec3ef4740a8" /><Relationship Type="http://schemas.openxmlformats.org/officeDocument/2006/relationships/notesMaster" Target="/ppt/notesMasters/notesMaster1.xml" Id="Re11a9188eb824d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e5cdf31bae4991" /><Relationship Type="http://schemas.openxmlformats.org/officeDocument/2006/relationships/notesMaster" Target="/ppt/notesMasters/notesMaster1.xml" Id="Ra207133f035c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Tambon\Screenshot\5_กฎ\1_กฎการประเมินทรัพยากร.JPG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Tambon\Screenshot\10_นำเข้าข้อมูล\1_นำเข้าข้อมูล.JPG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  <a:p xmlns:a="http://schemas.openxmlformats.org/drawingml/2006/main">
            <a:br/>
            <a:r>
              <a:t>ภาพหน้าจอ: F:\ESM_doc\SmartCity\Smart Tambon\Screenshot\12_ตั้งค่าระบบ\3_ช่องทางแจ้งเตือน.JPG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Tambon\Screenshot\1_ภาพรวมเมือง\2_ภาพรวม(ต่อ).JPG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Tambon\Screenshot\4_ภัยพิบัติ\2_ภัยพิบัติ.JPG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5ae6db5ed4a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d7f5238da4c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d36ee0f6a49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8568e525c4c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1f04f1f864d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f495695f44e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59c8e51124048" /><Relationship Type="http://schemas.openxmlformats.org/officeDocument/2006/relationships/slideLayout" Target="/ppt/slideLayouts/slideLayout1.xml" Id="R3b0ee58410134800" /><Relationship Type="http://schemas.openxmlformats.org/officeDocument/2006/relationships/slideLayout" Target="/ppt/slideLayouts/slideLayout2.xml" Id="R41127b8f1815449b" /><Relationship Type="http://schemas.openxmlformats.org/officeDocument/2006/relationships/slideLayout" Target="/ppt/slideLayouts/slideLayout3.xml" Id="R9efeaf8e3b2c4494" /><Relationship Type="http://schemas.openxmlformats.org/officeDocument/2006/relationships/slideLayout" Target="/ppt/slideLayouts/slideLayout4.xml" Id="R2f5f67656ff146d4" /><Relationship Type="http://schemas.openxmlformats.org/officeDocument/2006/relationships/slideLayout" Target="/ppt/slideLayouts/slideLayout5.xml" Id="Rd178f0d366854829" /><Relationship Type="http://schemas.openxmlformats.org/officeDocument/2006/relationships/slideLayout" Target="/ppt/slideLayouts/slideLayout6.xml" Id="R3bf786ab8c75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0ee58410134800"/>
    <p:sldLayoutId xmlns:r="http://schemas.openxmlformats.org/officeDocument/2006/relationships" id="2147483650" r:id="R41127b8f1815449b"/>
    <p:sldLayoutId xmlns:r="http://schemas.openxmlformats.org/officeDocument/2006/relationships" id="2147483651" r:id="R9efeaf8e3b2c4494"/>
    <p:sldLayoutId xmlns:r="http://schemas.openxmlformats.org/officeDocument/2006/relationships" id="2147483652" r:id="R2f5f67656ff146d4"/>
    <p:sldLayoutId xmlns:r="http://schemas.openxmlformats.org/officeDocument/2006/relationships" id="2147483653" r:id="Rd178f0d366854829"/>
    <p:sldLayoutId xmlns:r="http://schemas.openxmlformats.org/officeDocument/2006/relationships" id="2147483654" r:id="R3bf786ab8c75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f536069d64939" /><Relationship Type="http://schemas.openxmlformats.org/officeDocument/2006/relationships/image" Target="/ppt/media/image.png" Id="R77aeacfc442a4f62" /><Relationship Type="http://schemas.openxmlformats.org/officeDocument/2006/relationships/notesSlide" Target="/ppt/notesSlides/notesSlide1.xml" Id="R7428ef98ae1c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343a093e74246" /><Relationship Type="http://schemas.openxmlformats.org/officeDocument/2006/relationships/notesSlide" Target="/ppt/notesSlides/notesSlide2.xml" Id="Rb3f63084d28748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7c8ecc9054d73" /><Relationship Type="http://schemas.openxmlformats.org/officeDocument/2006/relationships/image" Target="/ppt/media/image.jpeg" Id="R17c66da175b8424d" /><Relationship Type="http://schemas.openxmlformats.org/officeDocument/2006/relationships/notesSlide" Target="/ppt/notesSlides/notesSlide3.xml" Id="Rdea31f6f7df7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fad2588f04a89" /><Relationship Type="http://schemas.openxmlformats.org/officeDocument/2006/relationships/image" Target="/ppt/media/image2.jpeg" Id="R2fd6f7fb845b4220" /><Relationship Type="http://schemas.openxmlformats.org/officeDocument/2006/relationships/notesSlide" Target="/ppt/notesSlides/notesSlide4.xml" Id="Rf7a85b2bcd154a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f4790dc8e4f6c" /><Relationship Type="http://schemas.openxmlformats.org/officeDocument/2006/relationships/image" Target="/ppt/media/image3.jpeg" Id="R069ce778b17b4d0c" /><Relationship Type="http://schemas.openxmlformats.org/officeDocument/2006/relationships/notesSlide" Target="/ppt/notesSlides/notesSlide5.xml" Id="R6b75ed149d9b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b3a856cc746a1" /><Relationship Type="http://schemas.openxmlformats.org/officeDocument/2006/relationships/image" Target="/ppt/media/image4.jpeg" Id="R390810f67f3b4ed5" /><Relationship Type="http://schemas.openxmlformats.org/officeDocument/2006/relationships/notesSlide" Target="/ppt/notesSlides/notesSlide6.xml" Id="R31feab78e5db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ce565635c4aab" /><Relationship Type="http://schemas.openxmlformats.org/officeDocument/2006/relationships/image" Target="/ppt/media/image5.jpeg" Id="Rfcccb3982a364d75" /><Relationship Type="http://schemas.openxmlformats.org/officeDocument/2006/relationships/notesSlide" Target="/ppt/notesSlides/notesSlide7.xml" Id="R38c615557cc64b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9ad6ca73e42b3" /><Relationship Type="http://schemas.openxmlformats.org/officeDocument/2006/relationships/image" Target="/ppt/media/image6.jpeg" Id="R6a5990ed75494860" /><Relationship Type="http://schemas.openxmlformats.org/officeDocument/2006/relationships/notesSlide" Target="/ppt/notesSlides/notesSlide8.xml" Id="Ra904ab5e72294d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3588a8c804843" /><Relationship Type="http://schemas.openxmlformats.org/officeDocument/2006/relationships/image" Target="/ppt/media/image7.jpeg" Id="R3852b3618c75454d" /><Relationship Type="http://schemas.openxmlformats.org/officeDocument/2006/relationships/notesSlide" Target="/ppt/notesSlides/notesSlide9.xml" Id="Re31530f5764c44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d98a00bee40f3" /><Relationship Type="http://schemas.openxmlformats.org/officeDocument/2006/relationships/image" Target="/ppt/media/image8.jpeg" Id="R4393c36fc8e74fbb" /><Relationship Type="http://schemas.openxmlformats.org/officeDocument/2006/relationships/notesSlide" Target="/ppt/notesSlides/notesSlide10.xml" Id="Ra844d6e9a7f54f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656e66f704a78" /><Relationship Type="http://schemas.openxmlformats.org/officeDocument/2006/relationships/image" Target="/ppt/media/image9.jpeg" Id="Rcd21cba4967a430a" /><Relationship Type="http://schemas.openxmlformats.org/officeDocument/2006/relationships/notesSlide" Target="/ppt/notesSlides/notesSlide11.xml" Id="Re7fd45aa0e9e4c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d0fe4f65744f9" /><Relationship Type="http://schemas.openxmlformats.org/officeDocument/2006/relationships/image" Target="/ppt/media/image10.jpeg" Id="R41c6c1d856c042f9" /><Relationship Type="http://schemas.openxmlformats.org/officeDocument/2006/relationships/notesSlide" Target="/ppt/notesSlides/notesSlide12.xml" Id="R010099aa986447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0a54790a8466e" /><Relationship Type="http://schemas.openxmlformats.org/officeDocument/2006/relationships/image" Target="/ppt/media/image11.jpeg" Id="R318c225719754b63" /><Relationship Type="http://schemas.openxmlformats.org/officeDocument/2006/relationships/notesSlide" Target="/ppt/notesSlides/notesSlide13.xml" Id="Rb5be78d2678342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264e9f8e2444e" /><Relationship Type="http://schemas.openxmlformats.org/officeDocument/2006/relationships/image" Target="/ppt/media/image12.jpeg" Id="Re96ab7d3fb164bdf" /><Relationship Type="http://schemas.openxmlformats.org/officeDocument/2006/relationships/notesSlide" Target="/ppt/notesSlides/notesSlide14.xml" Id="Rba6256ce471446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ecb90d7d14247" /><Relationship Type="http://schemas.openxmlformats.org/officeDocument/2006/relationships/image" Target="/ppt/media/image13.jpeg" Id="Ree1e9bba80bd442f" /><Relationship Type="http://schemas.openxmlformats.org/officeDocument/2006/relationships/notesSlide" Target="/ppt/notesSlides/notesSlide15.xml" Id="Re85174f6029c47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ecf283aee4de7" /><Relationship Type="http://schemas.openxmlformats.org/officeDocument/2006/relationships/image" Target="/ppt/media/image14.jpeg" Id="R888ea1c204104519" /><Relationship Type="http://schemas.openxmlformats.org/officeDocument/2006/relationships/notesSlide" Target="/ppt/notesSlides/notesSlide16.xml" Id="Rfbc0c2b1df0e4c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cfbf118d743e2" /><Relationship Type="http://schemas.openxmlformats.org/officeDocument/2006/relationships/image" Target="/ppt/media/image15.jpeg" Id="R3cd9139c11454175" /><Relationship Type="http://schemas.openxmlformats.org/officeDocument/2006/relationships/notesSlide" Target="/ppt/notesSlides/notesSlide17.xml" Id="R58f2aa7c1b1a4d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44b96e1854503" /><Relationship Type="http://schemas.openxmlformats.org/officeDocument/2006/relationships/image" Target="/ppt/media/image16.jpeg" Id="Rff57d1623f364e9f" /><Relationship Type="http://schemas.openxmlformats.org/officeDocument/2006/relationships/image" Target="/ppt/media/image17.jpeg" Id="R871c13355f2b4b8c" /><Relationship Type="http://schemas.openxmlformats.org/officeDocument/2006/relationships/notesSlide" Target="/ppt/notesSlides/notesSlide18.xml" Id="Rbddf4d76754341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f31ad83bb48f1" /><Relationship Type="http://schemas.openxmlformats.org/officeDocument/2006/relationships/notesSlide" Target="/ppt/notesSlides/notesSlide19.xml" Id="Ra9ed0ce417b1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13821-EBD1-4059-8AD5-387188787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eacfc442a4f62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3AEA-D4C5-4EBB-9444-FE0FCEF55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66da175b8424d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F02CE-43BB-44D3-A913-8B67FAF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DFC8C-74C6-4A25-A6F3-A95DC3277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6f7fb845b4220"/>
          <a:srcRect xmlns:a="http://schemas.openxmlformats.org/drawingml/2006/main" l="1113" t="0" r="1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762125"/>
            <a:ext cx="5619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E5C91-AA40-4F3C-A02F-0EC3F29D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815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BAA12-8DE9-4028-983B-6A28624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50187-5C66-4C1C-9083-AEDD5AE7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6334125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168A7-E461-43D8-AD68-2063D6F650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ce778b17b4d0c"/>
          <a:srcRect xmlns:a="http://schemas.openxmlformats.org/drawingml/2006/main" l="1680" t="0" r="16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66875"/>
            <a:ext cx="61436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B7072-9485-4246-969C-D3A3981D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96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DDE37-20BF-4994-B8D7-2FAFB14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48225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5A7599-9490-4BFB-AC39-1C77841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86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38A48C-C033-43FD-91AF-0621B749C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810f67f3b4ed5"/>
          <a:srcRect xmlns:a="http://schemas.openxmlformats.org/drawingml/2006/main" l="1237" t="0" r="1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0956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38918F-55BC-4E93-A091-3DD8569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7C485D-F1C7-4C6D-9FC3-766A402C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รายการเหตุที่รอรับเรื่อง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E599D-6824-4339-8E1B-CE4D27FD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7096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CD7CD-E7BB-4FBC-996E-248D740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715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9C83D-F2A6-400C-9014-D1A4EF34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71625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4FD0F-9179-41AF-AF2F-12CDF351D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cb3982a364d75"/>
          <a:srcRect xmlns:a="http://schemas.openxmlformats.org/drawingml/2006/main" l="1294" t="0" r="1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66875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95589-16A2-4F0E-B2CE-903FAF2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E70EC-ECE6-44D5-B59F-770F9664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ประเมินสถานการณ์ภัยพิบัติ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6FC9F-FDA9-4952-85A5-72236A9C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719137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CC605-AC6E-4CFA-B415-EEEB51F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C770B-1375-4771-B026-CB9C9C7E8E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990ed75494860"/>
          <a:srcRect xmlns:a="http://schemas.openxmlformats.org/drawingml/2006/main" l="220" t="0" r="2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143125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19C23-6495-4CBB-A9B9-025147D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AD492-BB4F-4898-A9CA-7699AC4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รายการกฎการประเมินทรัพยากร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1F024-09A0-48DD-A838-F933FAD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22F48-5C84-442F-BE3F-77F5976D3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2b3618c75454d"/>
          <a:srcRect xmlns:a="http://schemas.openxmlformats.org/drawingml/2006/main" l="1140" t="0" r="1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09750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45698-15EF-4CE9-98A2-97205F9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261D8-0A0A-43FC-8DFD-E9A44291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3A21A4-7C8E-4288-BB44-9E4202F0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B2620-EE99-430E-9B70-3803C347A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c36fc8e74fbb"/>
          <a:srcRect xmlns:a="http://schemas.openxmlformats.org/drawingml/2006/main" l="0" t="24225" r="0" b="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3286125"/>
            <a:ext cx="8953500" cy="2524125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D7469-2A94-4D58-88B1-087B037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D09D6-B244-4BC6-B521-1143279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14975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รายการข่าวประชาสัมพันธ์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39F07-7927-43BB-9DF6-F6B0A63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F21A4-6FE1-45F0-AFE5-7851EBEA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07337-7AB0-40EE-997E-55120FDD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62388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A2186-1455-427E-A356-AFB98A159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1cba4967a430a"/>
          <a:srcRect xmlns:a="http://schemas.openxmlformats.org/drawingml/2006/main" l="1089" t="0" r="1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66875"/>
            <a:ext cx="6048375" cy="3381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A4A71-E7DA-4745-801F-1BF6322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7C0810-7FDB-4FF0-B4C0-E71F409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5819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337E1-58F9-4B82-BD03-2E977A6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3BB10-73BC-470A-8573-9F3FD85A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2A3E8-D833-4A56-BD3B-B4A89E7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76B4C-8C25-42C9-ADB5-B2A5A142B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6c1d856c042f9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1925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B793D-4409-4F80-B8AE-653C6012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D035E-9D78-486A-800B-2D02243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5297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งบประมาณและรายการโครงการ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B89287-3263-4FD2-B892-6EFE8D2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23C7E3-9F46-46B8-9D77-0BD23CC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นำเข้าด้วยไฟล์หรือกรอกเอง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ตรวจสอบข้อมูลและจัดเก็บเป็นรุ่น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19890-2447-4753-A08C-00947DD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56F940-8468-4E14-8872-0470A3778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c225719754b63"/>
          <a:srcRect xmlns:a="http://schemas.openxmlformats.org/drawingml/2006/main" l="0" t="5737" r="0" b="5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3000375"/>
            <a:ext cx="600075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ACDED-20F0-4D53-9E92-3F2AF4F2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81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2D7B53-FDE5-4876-913B-AB6ACF45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102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หน้าจัดการชุดข้อมูลและรุ่นข้อมูล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28B52-0163-4722-BFBC-61652B1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5953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00D2F-86EA-4614-9F3A-C9749F4BF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ab7d3fb164bdf"/>
          <a:srcRect xmlns:a="http://schemas.openxmlformats.org/drawingml/2006/main" l="1344" t="0" r="1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14500"/>
            <a:ext cx="576262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7CEA9-EC03-4F2E-9510-0CAD089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576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505A1-7A22-4EC6-93EE-9E35D2B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5534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หน้าสนทนาและผลวิเคราะห์จากผู้ช่วย AI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B4C1D-63F3-49EA-974A-C6E4AE8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6619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3706F-3E72-4C6A-AA14-495CD82A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25531-BCE2-4EBE-B2A4-D7D40770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96F00-1537-4D7E-B079-ADAA88BBA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e9bba80bd442f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209550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1AC67-6912-4DF8-9E66-5C60F232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A1BEA-C9A6-453B-8A19-64F3BCE8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รายการผู้ใช้และสิทธิ์ของหน่วยงาน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CE85F-B5A0-40B1-A167-7F1B4388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8429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78B33-D5AA-4BCC-BC7A-C48B445C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7626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B224-C7B5-41CD-BC46-DB5080961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ea1c204104519"/>
          <a:srcRect xmlns:a="http://schemas.openxmlformats.org/drawingml/2006/main" l="1527" t="0" r="1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F4AB0-528A-41C3-B8A5-AFC6C26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557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409FB-B0C0-4D36-A1C9-0CF0FFA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43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ตั้งค่าช่องทางแจ้งเตือน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0DDBFD-820B-40FB-9206-B07EE09F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990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EA633-D4D0-4B2B-9E8F-68A15CE1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ผู้ดูแลกำหนดข้อความแนะนำและเปิดหรือปิดลิงก์สาธารณะได้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0F16EB-9449-40E8-8E14-5D223EB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53816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005875-E90F-4D82-8C9D-BABB530C7F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9139c11454175"/>
          <a:srcRect xmlns:a="http://schemas.openxmlformats.org/drawingml/2006/main" l="326" t="0" r="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048000"/>
            <a:ext cx="519112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D494BE-7A14-46C3-B68F-0F796020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9D683-028B-4ECA-A96B-F1A9BBE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0225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แบบฟอร์มแจ้งเหตุสาธารณะ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57A6E-1D0E-4483-80A2-DB5787FF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11A65-9092-4D31-9CD3-5152E32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4809F7-D02C-43C1-8007-E93D166CA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7d1623f364e9f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637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B09447-1489-4420-BD8E-C4AA994A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ข้อมูลพื้นฐานและทรัพยากร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32C9D9-A3B0-4AD2-B246-D8A0DC0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CB3D13-303F-4E85-AC9A-53B46441B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c13355f2b4b8c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78A4A-CE01-4FDD-B901-221C3E14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2026-10-28T23:36:50.8960000Z</dcterms:created>
  <dcterms:modified xsi:type="dcterms:W3CDTF">2026-10-28T23:36:50.8960000Z</dcterms:modified>
</coreProperties>
</file>