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addbb29f70428c" /><Relationship Type="http://schemas.openxmlformats.org/officeDocument/2006/relationships/extended-properties" Target="/docProps/app.xml" Id="R0cc64b95afc4400f" /><Relationship Type="http://schemas.openxmlformats.org/officeDocument/2006/relationships/officeDocument" Target="/ppt/presentation.xml" Id="R1110c6ff266642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d31977e1bb461a"/>
  </p:sldMasterIdLst>
  <p:notesMasterIdLst>
    <p:notesMasterId xmlns:r="http://schemas.openxmlformats.org/officeDocument/2006/relationships" r:id="Ra7c1d92f06054267"/>
  </p:notesMasterIdLst>
  <p:sldIdLst>
    <p:sldId xmlns:r="http://schemas.openxmlformats.org/officeDocument/2006/relationships" id="256" r:id="R3c3f19b724104147"/>
    <p:sldId xmlns:r="http://schemas.openxmlformats.org/officeDocument/2006/relationships" id="257" r:id="R9bf0421d1f944b8d"/>
    <p:sldId xmlns:r="http://schemas.openxmlformats.org/officeDocument/2006/relationships" id="258" r:id="Rb628fa314f4d4ceb"/>
    <p:sldId xmlns:r="http://schemas.openxmlformats.org/officeDocument/2006/relationships" id="259" r:id="R294f99262c7f4d9c"/>
    <p:sldId xmlns:r="http://schemas.openxmlformats.org/officeDocument/2006/relationships" id="260" r:id="R138813a1ad614f7a"/>
    <p:sldId xmlns:r="http://schemas.openxmlformats.org/officeDocument/2006/relationships" id="261" r:id="R8a206f4bf52d41ed"/>
    <p:sldId xmlns:r="http://schemas.openxmlformats.org/officeDocument/2006/relationships" id="262" r:id="Rfe0c63bfbf5a4de7"/>
    <p:sldId xmlns:r="http://schemas.openxmlformats.org/officeDocument/2006/relationships" id="263" r:id="R035ae5d00f7c4e30"/>
    <p:sldId xmlns:r="http://schemas.openxmlformats.org/officeDocument/2006/relationships" id="264" r:id="R88a8bec791804a4e"/>
    <p:sldId xmlns:r="http://schemas.openxmlformats.org/officeDocument/2006/relationships" id="265" r:id="R8f2ad76bf62548ed"/>
    <p:sldId xmlns:r="http://schemas.openxmlformats.org/officeDocument/2006/relationships" id="266" r:id="R9916f36bd44f4000"/>
    <p:sldId xmlns:r="http://schemas.openxmlformats.org/officeDocument/2006/relationships" id="267" r:id="R9c3e1b224a04468b"/>
    <p:sldId xmlns:r="http://schemas.openxmlformats.org/officeDocument/2006/relationships" id="268" r:id="R0dd414784a9f489e"/>
    <p:sldId xmlns:r="http://schemas.openxmlformats.org/officeDocument/2006/relationships" id="269" r:id="R204cf6fd43c144d5"/>
    <p:sldId xmlns:r="http://schemas.openxmlformats.org/officeDocument/2006/relationships" id="270" r:id="R68205e1a75bb4207"/>
    <p:sldId xmlns:r="http://schemas.openxmlformats.org/officeDocument/2006/relationships" id="271" r:id="R375da740076c407f"/>
    <p:sldId xmlns:r="http://schemas.openxmlformats.org/officeDocument/2006/relationships" id="272" r:id="R33863de0ae494e9a"/>
    <p:sldId xmlns:r="http://schemas.openxmlformats.org/officeDocument/2006/relationships" id="273" r:id="R155efe75d29b4903"/>
    <p:sldId xmlns:r="http://schemas.openxmlformats.org/officeDocument/2006/relationships" id="274" r:id="Rb2dfabd9b75040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b1f32d21b34dd1" /><Relationship Type="http://schemas.openxmlformats.org/officeDocument/2006/relationships/slideMaster" Target="/ppt/slideMasters/slideMaster1.xml" Id="R45d31977e1bb461a" /><Relationship Type="http://schemas.openxmlformats.org/officeDocument/2006/relationships/notesMaster" Target="/ppt/notesMasters/notesMaster1.xml" Id="Ra7c1d92f06054267" /><Relationship Type="http://schemas.openxmlformats.org/officeDocument/2006/relationships/presProps" Target="/ppt/presProps.xml" Id="R570b685611fd497a" /><Relationship Type="http://schemas.openxmlformats.org/officeDocument/2006/relationships/tableStyles" Target="/ppt/tableStyles.xml" Id="Rfd85306ae3ad4eb4" /><Relationship Type="http://schemas.openxmlformats.org/officeDocument/2006/relationships/slide" Target="/ppt/slides/slide1.xml" Id="R3c3f19b724104147" /><Relationship Type="http://schemas.openxmlformats.org/officeDocument/2006/relationships/slide" Target="/ppt/slides/slide2.xml" Id="R9bf0421d1f944b8d" /><Relationship Type="http://schemas.openxmlformats.org/officeDocument/2006/relationships/slide" Target="/ppt/slides/slide3.xml" Id="Rb628fa314f4d4ceb" /><Relationship Type="http://schemas.openxmlformats.org/officeDocument/2006/relationships/slide" Target="/ppt/slides/slide4.xml" Id="R294f99262c7f4d9c" /><Relationship Type="http://schemas.openxmlformats.org/officeDocument/2006/relationships/slide" Target="/ppt/slides/slide5.xml" Id="R138813a1ad614f7a" /><Relationship Type="http://schemas.openxmlformats.org/officeDocument/2006/relationships/slide" Target="/ppt/slides/slide6.xml" Id="R8a206f4bf52d41ed" /><Relationship Type="http://schemas.openxmlformats.org/officeDocument/2006/relationships/slide" Target="/ppt/slides/slide7.xml" Id="Rfe0c63bfbf5a4de7" /><Relationship Type="http://schemas.openxmlformats.org/officeDocument/2006/relationships/slide" Target="/ppt/slides/slide8.xml" Id="R035ae5d00f7c4e30" /><Relationship Type="http://schemas.openxmlformats.org/officeDocument/2006/relationships/slide" Target="/ppt/slides/slide9.xml" Id="R88a8bec791804a4e" /><Relationship Type="http://schemas.openxmlformats.org/officeDocument/2006/relationships/slide" Target="/ppt/slides/slide10.xml" Id="R8f2ad76bf62548ed" /><Relationship Type="http://schemas.openxmlformats.org/officeDocument/2006/relationships/slide" Target="/ppt/slides/slide11.xml" Id="R9916f36bd44f4000" /><Relationship Type="http://schemas.openxmlformats.org/officeDocument/2006/relationships/slide" Target="/ppt/slides/slide12.xml" Id="R9c3e1b224a04468b" /><Relationship Type="http://schemas.openxmlformats.org/officeDocument/2006/relationships/slide" Target="/ppt/slides/slide13.xml" Id="R0dd414784a9f489e" /><Relationship Type="http://schemas.openxmlformats.org/officeDocument/2006/relationships/slide" Target="/ppt/slides/slide14.xml" Id="R204cf6fd43c144d5" /><Relationship Type="http://schemas.openxmlformats.org/officeDocument/2006/relationships/slide" Target="/ppt/slides/slide15.xml" Id="R68205e1a75bb4207" /><Relationship Type="http://schemas.openxmlformats.org/officeDocument/2006/relationships/slide" Target="/ppt/slides/slide16.xml" Id="R375da740076c407f" /><Relationship Type="http://schemas.openxmlformats.org/officeDocument/2006/relationships/slide" Target="/ppt/slides/slide17.xml" Id="R33863de0ae494e9a" /><Relationship Type="http://schemas.openxmlformats.org/officeDocument/2006/relationships/slide" Target="/ppt/slides/slide18.xml" Id="R155efe75d29b4903" /><Relationship Type="http://schemas.openxmlformats.org/officeDocument/2006/relationships/slide" Target="/ppt/slides/slide19.xml" Id="Rb2dfabd9b75040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67d7c3e24942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66ca1952cb4da7" /><Relationship Type="http://schemas.openxmlformats.org/officeDocument/2006/relationships/notesMaster" Target="/ppt/notesMasters/notesMaster1.xml" Id="R21371cd14d2045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7971911f8741c6" /><Relationship Type="http://schemas.openxmlformats.org/officeDocument/2006/relationships/notesMaster" Target="/ppt/notesMasters/notesMaster1.xml" Id="R089bd916d36f4f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5bc05999874909" /><Relationship Type="http://schemas.openxmlformats.org/officeDocument/2006/relationships/notesMaster" Target="/ppt/notesMasters/notesMaster1.xml" Id="R8884edd50b644f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03df96784c4052" /><Relationship Type="http://schemas.openxmlformats.org/officeDocument/2006/relationships/notesMaster" Target="/ppt/notesMasters/notesMaster1.xml" Id="Rcfae41a8cf1d44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b7f04ddb5e4739" /><Relationship Type="http://schemas.openxmlformats.org/officeDocument/2006/relationships/notesMaster" Target="/ppt/notesMasters/notesMaster1.xml" Id="Re32c3860e9f449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a6933183bf48ed" /><Relationship Type="http://schemas.openxmlformats.org/officeDocument/2006/relationships/notesMaster" Target="/ppt/notesMasters/notesMaster1.xml" Id="Raec0deec908e4c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169cb24c264ffb" /><Relationship Type="http://schemas.openxmlformats.org/officeDocument/2006/relationships/notesMaster" Target="/ppt/notesMasters/notesMaster1.xml" Id="Ra2c2642d797246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f0d7812d104f32" /><Relationship Type="http://schemas.openxmlformats.org/officeDocument/2006/relationships/notesMaster" Target="/ppt/notesMasters/notesMaster1.xml" Id="R119689b0d0b24b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4a037025764cf2" /><Relationship Type="http://schemas.openxmlformats.org/officeDocument/2006/relationships/notesMaster" Target="/ppt/notesMasters/notesMaster1.xml" Id="Rf407248608d54c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5811c493ef4800" /><Relationship Type="http://schemas.openxmlformats.org/officeDocument/2006/relationships/notesMaster" Target="/ppt/notesMasters/notesMaster1.xml" Id="R8e57b8742b3942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3329e221964a9e" /><Relationship Type="http://schemas.openxmlformats.org/officeDocument/2006/relationships/notesMaster" Target="/ppt/notesMasters/notesMaster1.xml" Id="R2afff5ce4baf4a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1d2b82285724073" /><Relationship Type="http://schemas.openxmlformats.org/officeDocument/2006/relationships/notesMaster" Target="/ppt/notesMasters/notesMaster1.xml" Id="Rf33c559cac284b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96653c7d894669" /><Relationship Type="http://schemas.openxmlformats.org/officeDocument/2006/relationships/notesMaster" Target="/ppt/notesMasters/notesMaster1.xml" Id="R8c25de2e5be94d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8053710b944034" /><Relationship Type="http://schemas.openxmlformats.org/officeDocument/2006/relationships/notesMaster" Target="/ppt/notesMasters/notesMaster1.xml" Id="R63978d9785c24c1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99e1ae42ed49e3" /><Relationship Type="http://schemas.openxmlformats.org/officeDocument/2006/relationships/notesMaster" Target="/ppt/notesMasters/notesMaster1.xml" Id="Rb8fad8373d6c413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e6ff3611654d20" /><Relationship Type="http://schemas.openxmlformats.org/officeDocument/2006/relationships/notesMaster" Target="/ppt/notesMasters/notesMaster1.xml" Id="R3cdc4f876ca541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a172f47b99240da" /><Relationship Type="http://schemas.openxmlformats.org/officeDocument/2006/relationships/notesMaster" Target="/ppt/notesMasters/notesMaster1.xml" Id="Rff84e8ba7b3a4f5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0790e12473e4484" /><Relationship Type="http://schemas.openxmlformats.org/officeDocument/2006/relationships/notesMaster" Target="/ppt/notesMasters/notesMaster1.xml" Id="R0a7de9a3a7314d3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4f491a42bac4db3" /><Relationship Type="http://schemas.openxmlformats.org/officeDocument/2006/relationships/notesMaster" Target="/ppt/notesMasters/notesMaster1.xml" Id="R034a6f5d9fe846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หน้าปกชุดรายละเอียดหน้าจอและฟีเจอร์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สรุปจากหัวข้อหลักในคู่มือและเมนูจริงใน app/views/dashboard/_sidebar.html.erb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อ้างอิงหัวข้อการเข้าสู่ระบบ ภาพจาก F:/ESM_doc/SmartCity/Smart Tambon/Screenshot/Log in.JPG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อ้างอิงหัวข้อหน้าภาพรวมเมือง และตรวจสอบ dashboard controller/view</a:t>
            </a:r>
          </a:p>
          <a:p xmlns:a="http://schemas.openxmlformats.org/drawingml/2006/main">
            <a:br/>
            <a:r>
              <a:t>ภาพหน้าจอ: F:\ESM_doc\SmartCity\Smart Tambon\Screenshot\1_ภาพรวมเมือง\1_ภาพรวม.JPG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อ้างอิงหน้าแผนที่เมือง และ API layers/water/fire/cctv/activities/projects</a:t>
            </a:r>
          </a:p>
          <a:p xmlns:a="http://schemas.openxmlformats.org/drawingml/2006/main">
            <a:br/>
            <a:r>
              <a:t>ภาพหน้าจอ: F:\ESM_doc\SmartCity\Smart Tambon\Screenshot\2_แผนที่เมือง\1_แผนที่เมือง.JPG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อ้างอิงหน้าเหตุการณ์ทั่วไป และ routes incidents/progress/acknowledge/promote</a:t>
            </a:r>
          </a:p>
          <a:p xmlns:a="http://schemas.openxmlformats.org/drawingml/2006/main">
            <a:br/>
            <a:r>
              <a:t>ภาพหน้าจอ: F:\ESM_doc\SmartCity\Smart Tambon\Screenshot\3_เหตุการณ์ทั่วไป\1_เหตุการทั่วไป-รอรับเรื่อง.JPG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อ้างอิงหน้าภัยพิบัติ หน้าประเมินสถานการณ์ และ analysis records API</a:t>
            </a:r>
          </a:p>
          <a:p xmlns:a="http://schemas.openxmlformats.org/drawingml/2006/main">
            <a:br/>
            <a:r>
              <a:t>ภาพหน้าจอ: F:\ESM_doc\SmartCity\Smart Tambon\Screenshot\4_ภัยพิบัติ\3_ประเมินสถานการณ์.JPG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อ้างอิงหัวข้อแผนรับมือและหน้ากฎการประเมินทรัพยากร</a:t>
            </a:r>
          </a:p>
          <a:p xmlns:a="http://schemas.openxmlformats.org/drawingml/2006/main">
            <a:br/>
            <a:r>
              <a:t>ภาพหน้าจอ: F:\ESM_doc\SmartCity\Smart Tambon\Screenshot\5_กฎ\1_กฎการประเมินทรัพยากร.JPG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อ้างอิงหน้ากิจกรรมในพื้นที่ และ activities controller/API/layer</a:t>
            </a:r>
          </a:p>
          <a:p xmlns:a="http://schemas.openxmlformats.org/drawingml/2006/main">
            <a:br/>
            <a:r>
              <a:t>ภาพหน้าจอ: F:\ESM_doc\SmartCity\Smart Tambon\Screenshot\6_กิจกรรม\1_กิจกรรมในพื้นที่.JPG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อ้างอิงหน้าข่าวประชาสัมพันธ์ และ broadcast programs/broadcasts/TTS routes</a:t>
            </a:r>
          </a:p>
          <a:p xmlns:a="http://schemas.openxmlformats.org/drawingml/2006/main">
            <a:br/>
            <a:r>
              <a:t>ภาพหน้าจอ: F:\ESM_doc\SmartCity\Smart Tambon\Screenshot\7_ข่าว\1_ข่าวประชาสัมพันธ์.JPG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อ้างอิงหน้ากล้องวงจรปิด หน้าเว็บผู้ให้บริการแบบ Embed และ cctv_player.js</a:t>
            </a:r>
          </a:p>
          <a:p xmlns:a="http://schemas.openxmlformats.org/drawingml/2006/main">
            <a:br/>
            <a:r>
              <a:t>ภาพหน้าจอ: F:\ESM_doc\SmartCity\Smart Tambon\Screenshot\8_กล้องวงจรปิด\1_กล้องวงจรปิด.JPG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อ้างอิงหน้าโครงการ และ projects controller/API/model</a:t>
            </a:r>
          </a:p>
          <a:p xmlns:a="http://schemas.openxmlformats.org/drawingml/2006/main">
            <a:br/>
            <a:r>
              <a:t>ภาพหน้าจอ: F:\ESM_doc\SmartCity\Smart Tambon\Screenshot\9_โครงการ\1_โครงการ.JPG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อ้างอิงหน้านำเข้าข้อมูล และ dataset import drafts/versions/services</a:t>
            </a:r>
          </a:p>
          <a:p xmlns:a="http://schemas.openxmlformats.org/drawingml/2006/main">
            <a:br/>
            <a:r>
              <a:t>ภาพหน้าจอ: F:\ESM_doc\SmartCity\Smart Tambon\Screenshot\10_นำเข้าข้อมูล\1_นำเข้าข้อมูล.JPG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อ้างอิงหน้าผู้ช่วย AI และ ai sessions/messages/snippets/query engine</a:t>
            </a:r>
          </a:p>
          <a:p xmlns:a="http://schemas.openxmlformats.org/drawingml/2006/main">
            <a:br/>
            <a:r>
              <a:t>ภาพหน้าจอ: F:\ESM_doc\SmartCity\Smart Tambon\Screenshot\11_ผู้ช่วย AI\1_ผู้ช่วย AI.JPG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อ้างอิงหน้าจัดการผู้ใช้ และ user model/registrations/admin routes</a:t>
            </a:r>
          </a:p>
          <a:p xmlns:a="http://schemas.openxmlformats.org/drawingml/2006/main">
            <a:br/>
            <a:r>
              <a:t>ภาพหน้าจอ: F:\ESM_doc\SmartCity\Smart Tambon\Screenshot\13_จัดการผู้ใช้\1_จัดการผู้ใช้.JPG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อ้างอิงหน้าตั้งค่าระบบ ช่องทางแจ้งเตือน เทมเพลต การทดสอบ และ system/organization settings</a:t>
            </a:r>
          </a:p>
          <a:p xmlns:a="http://schemas.openxmlformats.org/drawingml/2006/main">
            <a:br/>
            <a:r>
              <a:t>ภาพหน้าจอ: F:\ESM_doc\SmartCity\Smart Tambon\Screenshot\12_ตั้งค่าระบบ\3_ช่องทางแจ้งเตือน.JPG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ตรวจสอบจาก public incident reports, organization settings, SMS และ incident tracking routes/views</a:t>
            </a:r>
          </a:p>
          <a:p xmlns:a="http://schemas.openxmlformats.org/drawingml/2006/main">
            <a:br/>
            <a:r>
              <a:t>ภาพหน้าจอ: F:\ESM_doc\SmartCity\Smart Tambon\Screenshot\3_เหตุการณ์ทั่วไป\11_แบบฟอร์มประชาชนกรอก.JPG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สรุป workflow ร่วมจากหน้าจอทั้งหมดและความเชื่อมโยงใน routes/services</a:t>
            </a:r>
          </a:p>
          <a:p xmlns:a="http://schemas.openxmlformats.org/drawingml/2006/main">
            <a:br/>
            <a:r>
              <a:t>ภาพหน้าจอ: F:\ESM_doc\SmartCity\Smart Tambon\Screenshot\1_ภาพรวมเมือง\2_ภาพรวม(ต่อ).JPG</a:t>
            </a:r>
          </a:p>
          <a:p xmlns:a="http://schemas.openxmlformats.org/drawingml/2006/main">
            <a:br/>
            <a:r>
              <a:t>ภาพหน้าจอ: F:\ESM_doc\SmartCity\Smart Tambon\Screenshot\4_ภัยพิบัติ\2_ภัยพิบัติ.JPG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อ้างอิงหัวข้อการออกจากระบบและข้อควรระวังในหน้าตั้งค่าระบบ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241d7f9dd48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5bb0c5eac44c1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852355d8f941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f6f9c3afe74f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6933da8e644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7c1193b59145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91D79A-F821-4AA2-BBB9-4FFE6E67D4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34B1EEA-74DD-44FA-A9F9-E74F980BB4D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C54C54E-D34F-4918-836F-3471E06FF5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59A3F7-F3F5-4216-93E9-CF0A42B89C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4ACE80-0AB7-4A3F-8AE2-A2F1861739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45A794-39FA-425D-94C7-67B9F184C7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7DB551-2A35-4F92-A833-843AD58528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70299C-80D9-4598-8AE2-AB007049C2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B21A30-D6C5-4D06-A866-C79F0384E6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CF57A7-4A16-4080-AFDB-2C8E6EF2D9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cbed89652d4717" /><Relationship Type="http://schemas.openxmlformats.org/officeDocument/2006/relationships/slideLayout" Target="/ppt/slideLayouts/slideLayout1.xml" Id="Re17a77a14358454c" /><Relationship Type="http://schemas.openxmlformats.org/officeDocument/2006/relationships/slideLayout" Target="/ppt/slideLayouts/slideLayout2.xml" Id="Rc439941daa3a4bbb" /><Relationship Type="http://schemas.openxmlformats.org/officeDocument/2006/relationships/slideLayout" Target="/ppt/slideLayouts/slideLayout3.xml" Id="R4156ecc18c064d89" /><Relationship Type="http://schemas.openxmlformats.org/officeDocument/2006/relationships/slideLayout" Target="/ppt/slideLayouts/slideLayout4.xml" Id="R5e46ada084874b09" /><Relationship Type="http://schemas.openxmlformats.org/officeDocument/2006/relationships/slideLayout" Target="/ppt/slideLayouts/slideLayout5.xml" Id="R6b202f446cc449ba" /><Relationship Type="http://schemas.openxmlformats.org/officeDocument/2006/relationships/slideLayout" Target="/ppt/slideLayouts/slideLayout6.xml" Id="Rb265241731ec4e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7a77a14358454c"/>
    <p:sldLayoutId xmlns:r="http://schemas.openxmlformats.org/officeDocument/2006/relationships" id="2147483650" r:id="Rc439941daa3a4bbb"/>
    <p:sldLayoutId xmlns:r="http://schemas.openxmlformats.org/officeDocument/2006/relationships" id="2147483651" r:id="R4156ecc18c064d89"/>
    <p:sldLayoutId xmlns:r="http://schemas.openxmlformats.org/officeDocument/2006/relationships" id="2147483652" r:id="R5e46ada084874b09"/>
    <p:sldLayoutId xmlns:r="http://schemas.openxmlformats.org/officeDocument/2006/relationships" id="2147483653" r:id="R6b202f446cc449ba"/>
    <p:sldLayoutId xmlns:r="http://schemas.openxmlformats.org/officeDocument/2006/relationships" id="2147483654" r:id="Rb265241731ec4e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4c03bd55a84443" /><Relationship Type="http://schemas.openxmlformats.org/officeDocument/2006/relationships/image" Target="/ppt/media/image.png" Id="Rb260d1698cfd4e08" /><Relationship Type="http://schemas.openxmlformats.org/officeDocument/2006/relationships/notesSlide" Target="/ppt/notesSlides/notesSlide1.xml" Id="Rc3108e4abb194e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0e34630dcf47f1" /><Relationship Type="http://schemas.openxmlformats.org/officeDocument/2006/relationships/notesSlide" Target="/ppt/notesSlides/notesSlide2.xml" Id="Re8c32e7988434c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06a0c76f804e76" /><Relationship Type="http://schemas.openxmlformats.org/officeDocument/2006/relationships/image" Target="/ppt/media/image.jpeg" Id="R6019b7b2a31b45d3" /><Relationship Type="http://schemas.openxmlformats.org/officeDocument/2006/relationships/notesSlide" Target="/ppt/notesSlides/notesSlide3.xml" Id="Rf2c61b3bbdb74c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f343309ccd4ff3" /><Relationship Type="http://schemas.openxmlformats.org/officeDocument/2006/relationships/image" Target="/ppt/media/image2.jpeg" Id="R300ff8a1cf4b427a" /><Relationship Type="http://schemas.openxmlformats.org/officeDocument/2006/relationships/notesSlide" Target="/ppt/notesSlides/notesSlide4.xml" Id="R02d0b906f0d044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8d8937c0654233" /><Relationship Type="http://schemas.openxmlformats.org/officeDocument/2006/relationships/image" Target="/ppt/media/image3.jpeg" Id="Rdb99d81f24264080" /><Relationship Type="http://schemas.openxmlformats.org/officeDocument/2006/relationships/notesSlide" Target="/ppt/notesSlides/notesSlide5.xml" Id="Rf5e26c64a8514b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b6dc1229734fc6" /><Relationship Type="http://schemas.openxmlformats.org/officeDocument/2006/relationships/image" Target="/ppt/media/image4.jpeg" Id="R3bc31171019d47cb" /><Relationship Type="http://schemas.openxmlformats.org/officeDocument/2006/relationships/notesSlide" Target="/ppt/notesSlides/notesSlide6.xml" Id="Rd64e91dae8634e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cb1fbe8de34a1d" /><Relationship Type="http://schemas.openxmlformats.org/officeDocument/2006/relationships/image" Target="/ppt/media/image5.jpeg" Id="Rf6fc553b1d824134" /><Relationship Type="http://schemas.openxmlformats.org/officeDocument/2006/relationships/notesSlide" Target="/ppt/notesSlides/notesSlide7.xml" Id="Rd52f029e0ae84c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d723b989194eb1" /><Relationship Type="http://schemas.openxmlformats.org/officeDocument/2006/relationships/image" Target="/ppt/media/image6.jpeg" Id="R562d08c4dea74762" /><Relationship Type="http://schemas.openxmlformats.org/officeDocument/2006/relationships/notesSlide" Target="/ppt/notesSlides/notesSlide8.xml" Id="R349e5afd976244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fe40a50d6b4af7" /><Relationship Type="http://schemas.openxmlformats.org/officeDocument/2006/relationships/image" Target="/ppt/media/image7.jpeg" Id="Rcc66ba5b082b4ed3" /><Relationship Type="http://schemas.openxmlformats.org/officeDocument/2006/relationships/notesSlide" Target="/ppt/notesSlides/notesSlide9.xml" Id="Ra698f2c72d1245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a0da22dcbd4b75" /><Relationship Type="http://schemas.openxmlformats.org/officeDocument/2006/relationships/image" Target="/ppt/media/image8.jpeg" Id="R589652b54e5d4bba" /><Relationship Type="http://schemas.openxmlformats.org/officeDocument/2006/relationships/notesSlide" Target="/ppt/notesSlides/notesSlide10.xml" Id="R0060b404024748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6fef2578ed487e" /><Relationship Type="http://schemas.openxmlformats.org/officeDocument/2006/relationships/image" Target="/ppt/media/image9.jpeg" Id="R5857e355291b4c12" /><Relationship Type="http://schemas.openxmlformats.org/officeDocument/2006/relationships/notesSlide" Target="/ppt/notesSlides/notesSlide11.xml" Id="Ra9789cf8792040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03f050b7da4621" /><Relationship Type="http://schemas.openxmlformats.org/officeDocument/2006/relationships/image" Target="/ppt/media/image10.jpeg" Id="R060c561b6fb74cd8" /><Relationship Type="http://schemas.openxmlformats.org/officeDocument/2006/relationships/notesSlide" Target="/ppt/notesSlides/notesSlide12.xml" Id="Rc03d4cf62b6a46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2c7442ee1a4861" /><Relationship Type="http://schemas.openxmlformats.org/officeDocument/2006/relationships/image" Target="/ppt/media/image11.jpeg" Id="Rc6ea5eb773e1433f" /><Relationship Type="http://schemas.openxmlformats.org/officeDocument/2006/relationships/notesSlide" Target="/ppt/notesSlides/notesSlide13.xml" Id="Rf57a123c6d9349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a32e53e3184803" /><Relationship Type="http://schemas.openxmlformats.org/officeDocument/2006/relationships/image" Target="/ppt/media/image12.jpeg" Id="R4dd3e4f89b4449a2" /><Relationship Type="http://schemas.openxmlformats.org/officeDocument/2006/relationships/notesSlide" Target="/ppt/notesSlides/notesSlide14.xml" Id="Rdb18436409b5406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6745267fc54faa" /><Relationship Type="http://schemas.openxmlformats.org/officeDocument/2006/relationships/image" Target="/ppt/media/image13.jpeg" Id="Rb04ec920c49943fe" /><Relationship Type="http://schemas.openxmlformats.org/officeDocument/2006/relationships/notesSlide" Target="/ppt/notesSlides/notesSlide15.xml" Id="Rb59899b0cd2d43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4097c5afe94f6f" /><Relationship Type="http://schemas.openxmlformats.org/officeDocument/2006/relationships/image" Target="/ppt/media/image14.jpeg" Id="Rb5ed6d23ff4f4e33" /><Relationship Type="http://schemas.openxmlformats.org/officeDocument/2006/relationships/notesSlide" Target="/ppt/notesSlides/notesSlide16.xml" Id="R0bec9fe644df4c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b44a464c7b4e80" /><Relationship Type="http://schemas.openxmlformats.org/officeDocument/2006/relationships/image" Target="/ppt/media/image15.jpeg" Id="R2fa61a917b714a23" /><Relationship Type="http://schemas.openxmlformats.org/officeDocument/2006/relationships/notesSlide" Target="/ppt/notesSlides/notesSlide17.xml" Id="R8894185b16c9488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04c221ee604315" /><Relationship Type="http://schemas.openxmlformats.org/officeDocument/2006/relationships/image" Target="/ppt/media/image16.jpeg" Id="Rbb025e66c12441d9" /><Relationship Type="http://schemas.openxmlformats.org/officeDocument/2006/relationships/image" Target="/ppt/media/image17.jpeg" Id="Ra30f81a548a34443" /><Relationship Type="http://schemas.openxmlformats.org/officeDocument/2006/relationships/notesSlide" Target="/ppt/notesSlides/notesSlide18.xml" Id="R35caf61e1854430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54cc1d9d0242c6" /><Relationship Type="http://schemas.openxmlformats.org/officeDocument/2006/relationships/notesSlide" Target="/ppt/notesSlides/notesSlide19.xml" Id="R95c34a416d9d40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1D688-0655-4A47-9662-637A34ACEC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0d1698cfd4e08"/>
          <a:stretch xmlns:a="http://schemas.openxmlformats.org/drawingml/2006/main"/>
        </p:blipFill>
        <p:spPr>
          <a:xfrm xmlns:a="http://schemas.openxmlformats.org/drawingml/2006/main">
            <a:off x="1478669" y="514350"/>
            <a:ext cx="1271762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E3717-FBB9-43F8-86CE-B72C9F8C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หน้าจอและฟีเจอร์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D7648-1BFB-486C-8A7A-5F5ADEB3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SMART TAMBON SAFETY THAILAND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3EA9A-4814-4696-89E3-8A926994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คู่มือการใช้งานฉบับนำเสนอ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07A79-3F0B-40ED-BC8A-81ABB319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3A1A1-A5F0-4695-AA86-7CE74B19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47875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5206E-4E47-477C-9C11-504F262A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สไลด์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ครอบคลุมหน้าหลักและ workflow สำคัญ</a:t>
            </a:r>
          </a:p>
        </p:txBody>
      </p:sp>
    </p:spTree>
    <p:extLst>
      <p:ext uri="{BB962C8B-B14F-4D97-AF65-F5344CB8AC3E}">
        <p14:creationId xmlns:p14="http://schemas.microsoft.com/office/powerpoint/2010/main" val="6662581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FFB913-9E70-4548-A056-86846333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โครงสร้างการใช้งาน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30A58-FD94-457C-B442-8A99C5AC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แผนผังหน้าหลักของระบบ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8CDF9-B782-45CF-9963-BE2835E9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76AF7-F3A8-4180-B4D4-7B2F9ECC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39E6D-46D6-4C29-838A-92814B5F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5FC1C-A510-468C-A510-C3FB2F81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1E69F-3BB2-4105-87F1-032E7CE4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7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ภาพรวมเมือง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7DDBD-3507-419A-8C2C-842C7FA4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47611-BFC3-4395-B9DA-4CAD17A3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71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91BC4-2F34-4731-A384-15C60864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57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แผนที่เมือง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D555F-E3FB-483F-8B02-3799B52F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95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46061-AF08-44A3-8F3D-5FCD9A67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71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FB60F-8B08-4292-B294-AFF92067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7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เหตุการณ์ทั่วไป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23F8F-2998-49FB-B6E0-163D67E6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A3F0B-16A0-467E-962F-099EC34D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71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6A563-742B-4690-B423-C60200BD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7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ภัยพิบัติ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47CF36-7263-411B-B346-84CFAF53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9AFE4-ACCA-4698-B39A-A07344F9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D838EC-B07A-43F1-9961-4685DE2C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กิจกรรม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3E846-27A4-43F7-A65A-C88FFFAB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540588-77B1-4FA5-B548-407DF7D5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76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4F03D9-4BDF-4C57-A0CD-47C57BDA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ข่าวประชาสัมพันธ์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B0C3A8-CFD3-47DA-8D4A-C35948AB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00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64EF9F-1F8D-407B-AD41-AD464394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2D9E7A-CBE2-4878-AAF3-85F9CD92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กล้องวงจรปิด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1B7E4C-DB63-454F-B68B-5B6E4CEC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0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48F332-4887-40A5-95CE-79EA3FAB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76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92B8A3-8CFD-4AA1-B57E-73ECB178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โครงการ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E3E6AA-01E5-4E82-9C51-E66B0C15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00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078DA6-74EE-4958-BD45-B4845F35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04AC69-729C-4081-97C3-C883DC93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นำเข้าข้อมูล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CA43E2-4A8E-44A0-BDB2-CB3503A5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2E087-8E82-4C8D-A193-A71C2A54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814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47837A-3E67-4492-98FD-0CB131D7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ผู้ช่วย AI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5DB311-9CD3-417C-AF11-9FFBCF47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05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1B15C2-DA41-48D5-B1EA-DCCE4F05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8334AE-5261-48A8-8E31-38035340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จัดการผู้ใช้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215D42-2ED8-4F34-9366-B8AE8B57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05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28C1DC-7EAA-4EB5-9AEF-FFB77120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814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4A519E-43EC-48CF-B7FE-55BE6653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ตั้งค่าระบบ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CE3FAD-40CB-429C-8BB2-AD019DC8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05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96DCC8-1A0F-446E-9AD6-A6A5879E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19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เมนูที่เห็นขึ้นอยู่กับบทบาทและการตั้งค่าของหน่วยงาน</a:t>
            </a:r>
          </a:p>
        </p:txBody>
      </p:sp>
    </p:spTree>
    <p:extLst>
      <p:ext uri="{BB962C8B-B14F-4D97-AF65-F5344CB8AC3E}">
        <p14:creationId xmlns:p14="http://schemas.microsoft.com/office/powerpoint/2010/main" val="970762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3D5F49-1641-4F54-970C-18339BF8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เริ่มต้นใช้งาน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BB97A-0C59-4661-AE0B-6402A49E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การเข้าสู่ระบบและการกำหนดสิทธิ์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A9817-FC4F-404F-8140-45555DE5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78F67-06B6-43C9-B463-96749C1E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02278-5516-44B2-934A-AEAC402B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D36F3-F0EE-4461-8C6D-40E1093A16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9b7b2a31b45d3"/>
          <a:stretch xmlns:a="http://schemas.openxmlformats.org/drawingml/2006/main"/>
        </p:blipFill>
        <p:spPr>
          <a:xfrm xmlns:a="http://schemas.openxmlformats.org/drawingml/2006/main">
            <a:off x="609600" y="1524893"/>
            <a:ext cx="6667500" cy="364628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B9A66-58C0-42B9-BC59-DBD7D498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ขั้นตอน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F8288-1F0C-41D8-8E8F-FCF98BE9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19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E4997-1449-4272-87C0-D0B7835C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431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กรอกชื่อผู้ใช้งานและรหัสผ่าน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CF6A2-4CCB-49C9-9F5D-108E7187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43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FA5F1-B0CC-41FE-8517-9068239B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8670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ระบบตรวจบทบาทและขอบเขตพื้นที่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6FA85-E2E4-4E6C-B1D4-2E1CE20B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67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19059-C42A-482C-9709-5F396C15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5909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เข้าสู่หน้าภาพรวมเมืองของพื้นที่ที่ได้รับอนุญาต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28A55-B57A-403D-9DD1-228CF15F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91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FB737-CCE3-4FC8-9FF6-3C1B90B1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3148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การเปลี่ยนรหัสผ่านทำผ่านหน้าจัดการผู้ใช้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4CAA1-DB8B-4179-9973-FBBF1B0A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 algn="l"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ภาพจริงจากโฟลเดอร์ Screenshot</a:t>
            </a:r>
          </a:p>
        </p:txBody>
      </p:sp>
    </p:spTree>
    <p:extLst>
      <p:ext uri="{BB962C8B-B14F-4D97-AF65-F5344CB8AC3E}">
        <p14:creationId xmlns:p14="http://schemas.microsoft.com/office/powerpoint/2010/main" val="36636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B5122-5CCA-4D0E-8A68-197C9C35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สถานการณ์ประจำวัน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AE7A4-FA47-4B7A-B810-343EB259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หน้าภาพรวมเมือง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BF707-208E-4EBF-ADE6-4A5171DE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7CA3E-9E50-4D01-830A-B42379E7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3386C-2FD0-4182-BC86-C6A0E46B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25780-59DF-4B66-8E4B-DBC22415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ข้อมูลสำคัญที่รวมไว้ในหน้าแรก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A6ED8-7A78-4637-9AE4-BBF1236F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เหตุการณ์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1E8BF-46F9-49E7-94B8-04D3ABDC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สรุป 24 ชั่วโมง วันนี้ งานค้าง และงานที่ปิดแล้ว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54B85-9900-4F32-95DA-93AF2135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94E57-DC9E-48AC-95C2-2DB72078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สภาพแวดล้อม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BC838-D7E5-4AFA-960A-82E0F8EA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479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พยากรณ์อากาศ PM2.5 อุณหภูมิ และฝน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ABE1B-01AA-4681-84CC-8B01F02C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473CE-C035-484A-B57A-D05968CD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สถานะภัย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B4F13-E721-46F6-AC89-350CCB2D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น้ำท่วม ไฟป่า พายุ ดินถล่ม และภัยแล้ง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6AC72-CE1F-4896-BC74-865AC59D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D2632-1130-42D1-ACD7-4792536C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05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ฐานข้อมูลพื้นที่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AFD041-7B53-44B3-9870-4C013F0F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ประชากร หมู่บ้าน ทรัพยากร และทีมปฏิบัติงาน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2446C8-6924-45CC-A11B-A18508C5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435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A860FC-5585-43FE-9179-BA6B6CB3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62625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การปิด popup แจ้งเตือนไม่เปลี่ยนสถานะเหตุ ต้องเปิดเหตุและดำเนินการใน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8FFF8D-DC77-4758-AD58-806ECAF5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66875"/>
            <a:ext cx="58102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AA2024-96A9-48B0-8944-60EE11ABD8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ff8a1cf4b427a"/>
          <a:srcRect xmlns:a="http://schemas.openxmlformats.org/drawingml/2006/main" l="1113" t="0" r="11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62625" y="1762125"/>
            <a:ext cx="5619750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183A20-3046-42E5-B89A-E6695045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581525"/>
            <a:ext cx="561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E605D9-37F6-4A6F-8C11-D46FC618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61010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หน้าภาพรวมเมือง</a:t>
            </a:r>
          </a:p>
        </p:txBody>
      </p:sp>
    </p:spTree>
    <p:extLst>
      <p:ext uri="{BB962C8B-B14F-4D97-AF65-F5344CB8AC3E}">
        <p14:creationId xmlns:p14="http://schemas.microsoft.com/office/powerpoint/2010/main" val="13457423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95633-AC80-47CE-AC2A-6578EB0C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ข้อมูลเชิงพื้นที่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797F0-BDBA-4D1C-B9C5-7966B1AD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หน้าแผนที่เมือง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E68D2-6792-4E03-849E-0F511034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F02FA-E877-41C5-B61E-AA9DEF90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2FD97-696B-4CBC-AE91-CBECF114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4D0A3-A580-4B15-8A67-761907B5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สามโหมดการใช้งาน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C118A-F650-4F33-86C8-748B3892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85905-F28A-45D3-A940-43FDA816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2412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แผนที่เมือง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2811A-CB79-4714-BA73-A931DF24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เลือกแผนที่ถนน ดาวเทียม หรือ 3D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เปิดปิดขอบเขต สถานี กล้อง กิจกรรม จุดความร้อน และชุดข้อมูล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E5A2B-A0B6-4812-82C2-0AAA8E34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4DDA8-8AC6-419C-80B6-F391422E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2412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วิเคราะห์พื้นที่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99FC4-EE3F-4F7F-9F93-8EFD4924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90875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วาดหรือเลือกขอบเขต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ดูประชากร สถานที่สำคัญ ทีม และทรัพยากรในพื้นที่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95B2A-CD52-485D-AE6C-30BA1530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0B703-CF9B-406C-9B98-73195CBE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2412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จำลองสถานการณ์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0020F-BE50-43DF-ACC4-681EEA75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90875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กำหนดประเภทภัยและพื้นที่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ทดสอบผลกระทบก่อนใช้กับเหตุจริงหรือแผนรับมือ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2BCB0-A586-4E41-8EEA-E6A788E5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ชั้นข้อมูลที่ปรากฏขึ้นอยู่กับข้อมูลนำเข้า บริการภายนอก และสิทธิ์ของบัญชี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64A065-E88F-49E3-AD79-8722EEA3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71625"/>
            <a:ext cx="6334125" cy="3952875"/>
          </a:xfrm>
          <a:prstGeom xmlns:a="http://schemas.openxmlformats.org/drawingml/2006/main" prst="roundRect">
            <a:avLst>
              <a:gd name="adj" fmla="val 2892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66272A-BCBC-4CA3-ADE2-F01F112986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9d81f24264080"/>
          <a:srcRect xmlns:a="http://schemas.openxmlformats.org/drawingml/2006/main" l="1680" t="0" r="16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1666875"/>
            <a:ext cx="6143625" cy="3476625"/>
          </a:xfrm>
          <a:prstGeom xmlns:a="http://schemas.openxmlformats.org/drawingml/2006/main" prst="roundRect">
            <a:avLst>
              <a:gd name="adj" fmla="val 2192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F2FB3D-8F16-4D12-B589-D8D81CC9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19650"/>
            <a:ext cx="614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3DA9F3-098B-4900-9D7B-E7783020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848225"/>
            <a:ext cx="5915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แผนที่เมืองและชั้นข้อมูล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18180191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B35157-DAAC-4312-B597-4FD2B4B8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รับแจ้งและติดตามงาน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561D9-FD90-40A2-8B1A-96DF1A22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หน้าเหตุการณ์ทั่วไป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1A870-A60D-4F9E-941A-75C4CA8D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0E255-5D37-4892-A378-C48E9503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3AD0D-4333-492E-A373-825FBD4D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41951-3583-4529-9AB0-0FE9E59C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E42C0-50C4-4E68-9119-B8D35A86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D8E3D-1769-44AB-9E05-860146DA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3CF98-BD51-4676-AF1A-18575690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สร้างเหตุ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5D486-D30A-4BAA-B1E7-ED689189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03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ประเภท แหล่งที่มา ตำแหน่ง รายละเอียด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A3DAD-CC83-4755-B5A0-089E1ED3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9AC2C-3C9E-4301-BEF4-24B159EC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CECE0-D68C-4E89-B776-9F40B784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08156-BBD7-4A93-84DA-5AAFDDFC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รับเรื่อง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EE3BE-AB93-4222-9914-682E61B2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8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ตรวจสอบและกำหนดความเร่งด่วน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8C147-2FE1-4FEF-B3D0-9B75D188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40C11-3919-4305-9D71-060ACA2F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82EC1-36C0-4D3F-9FEF-30DC7F13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575FA-FDF0-4655-B82B-B325DB9D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มอบหมาย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3822DF-3561-4BF7-94F2-FF29F70F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ผู้รับผิดชอบ ทีม และทรัพยากร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519230-5161-4987-8826-3CDECF08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C100AA-F288-459C-9853-5D4EA88A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D7C09D-2077-4252-8FA3-20858332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36084A-65B7-44F5-B168-BC56AA78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อัปเดต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C81736-99A3-4EE6-99D9-2435A187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01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ความคืบหน้า ภาพ และการใช้วัสดุ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416FF2-587C-428D-84FB-32E2162F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82BEFD-1969-40B2-ADFB-B12ADBED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6B2717-07BA-4B1B-A4AF-161AA42F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เสร็จสิ้น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4ECF9B-782D-4A78-8B9B-F4A6459F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บันทึกผลและปิดเหตุ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846372-869E-4063-857F-D6A39C73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มุมมองรายการและตัวกรอง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5D7D89-E626-4537-9195-B6253803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42641F-26B9-456B-82A4-DB92553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57625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ค้นหาด้วยเลขอ้างอิง ชื่อเหตุ หรือสถานที่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300B81-DF98-4AB1-AC7B-470B5497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86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4AB52E-BEAA-4F65-8986-AB294000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0075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กรองตามสถานะและระดับความเร่งด่วน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83D381-3C4A-4C61-872F-28E63257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38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3B5671-B256-4AD7-950C-D1E73C1E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62525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เปิดรายละเอียด ประวัติ และแผนการตอบสนอง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014BC3-2F3F-4652-AA62-971A958E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000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9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1D238E-5447-473B-A7A5-49CF9447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67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ยกระดับเป็นภัยพิบัติ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5437BB-EAEE-4F9E-894B-107D3A49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5767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ใช้เมื่อเหตุจำเป็นต้องประเมินพื้นที่กระทบและวางแผนทรัพยากรในระดับภัย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89B6E6-AC47-445E-B0D1-3D81F354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52863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37AC6C-E323-477D-AB70-F8DE653903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31171019d47cb"/>
          <a:srcRect xmlns:a="http://schemas.openxmlformats.org/drawingml/2006/main" l="1237" t="0" r="12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3095625"/>
            <a:ext cx="5095875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F8046A-0396-4614-8CA1-A5BBA290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29275"/>
            <a:ext cx="509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3EF019-E592-4EE6-BC64-2E51D021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57850"/>
            <a:ext cx="4867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รายการเหตุที่รอรับเรื่อง</a:t>
            </a:r>
          </a:p>
        </p:txBody>
      </p:sp>
    </p:spTree>
    <p:extLst>
      <p:ext uri="{BB962C8B-B14F-4D97-AF65-F5344CB8AC3E}">
        <p14:creationId xmlns:p14="http://schemas.microsoft.com/office/powerpoint/2010/main" val="17320992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E5960-E1B9-43A5-9F06-E7756C82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เหตุขนาดใหญ่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6D8BA-8403-4277-8109-2B95AB84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หน้าภัยพิบัติและการประเมินสถานการณ์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82A5D-ED73-4E90-978F-B89A3864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EA9D0-20B4-4E20-AD6B-797FD293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E331A-C5B4-4362-BDD8-847F4974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5F84E-4282-4800-84E9-6980EEF0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พื้นที่ประเมิน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B758A-CBDE-4FB3-9648-1A8A216D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เลือกจากเหตุหรือวาดขอบเขตบนแผนที่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BDCD4-702F-420B-8B8F-2DCFB10F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ผลกระทบ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B074A-ADD2-4189-8F65-4B263FF0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คำนวณพื้นที่ ประชากร และสถานที่สำคัญ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F9E40-BF39-4223-B4ED-26655C26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ความพร้อม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33DDD-0219-4262-8DB1-874D7921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เทียบทีม ทรัพยากร อุปกรณ์ และวัสดุ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FF780-0D8B-44B3-B1C5-8E138182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1009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F9B44-C55A-4E6C-A0C4-63F218B2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ผู้ใช้บันทึกผลการประเมินเป็น Analysis Record เพื่อกลับมาตรวจสอบหรือใช้เป็นฐานในการจัดทำแผนตอบสนอง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4A1ED-9DED-484E-8A23-71224A42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8637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สถานะเหตุ ผู้รับผิดชอบ และแผนที่ยังคงเชื่อมกับรายการภัยพิบัติ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90B14-FECF-491E-BCAA-4113B28C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70961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CB5889-6D75-46F5-9DC4-53FF80C9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10715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2A222E-96A3-4D6C-BBCA-E8F9423F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571625"/>
            <a:ext cx="56197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F2AE00-B1F2-4FC2-9CF8-88BE43233B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c553b1d824134"/>
          <a:srcRect xmlns:a="http://schemas.openxmlformats.org/drawingml/2006/main" l="1294" t="0" r="12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1666875"/>
            <a:ext cx="5429250" cy="3048000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9D0318-3FDC-46F2-80EF-C8000B96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391025"/>
            <a:ext cx="542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D363B1-989C-45AE-9B23-D73E982A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419600"/>
            <a:ext cx="520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ประเมินสถานการณ์ภัยพิบัติ</a:t>
            </a:r>
          </a:p>
        </p:txBody>
      </p:sp>
    </p:spTree>
    <p:extLst>
      <p:ext uri="{BB962C8B-B14F-4D97-AF65-F5344CB8AC3E}">
        <p14:creationId xmlns:p14="http://schemas.microsoft.com/office/powerpoint/2010/main" val="11959835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F190D-EA4B-4BBF-A016-F50EF61C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การเตรียมพร้อม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8135A-697F-4F9C-B3B8-DB3374E6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แผนรับมือและกฎการประเมินทรัพยากร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1442C-72C6-411B-BF38-104151C6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26088-4AA0-478D-86DC-75F0CDCF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06296-370E-4B9C-A158-6FAF3435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AC223-70C7-4AF8-9786-70443FE1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แผนรับมือ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418E4-6EC7-4540-B0C0-C68C8DF0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54320-58E0-4EE0-95D7-6F4F05A8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ค้นหาและกรองตามประเภทภัย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เก็บหลาย Version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กำหนดฉบับร่างหรือพร้อมใช้งาน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C3AEF-B9BF-43D4-9342-EDC8411C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กฎทรัพยากร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728FF-ACA3-4426-B0CC-374075B7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9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AB20E-9D5B-4F3F-9E28-BE750784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กำหนดเงื่อนไขของภัย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คำนวณจำนวนที่ต้องใช้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เปิดปิดกฎตามพื้นที่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4FC67-E03C-47B5-943A-93331AB7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ผลการเปรียบเทียบ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98D71-8DAA-4618-8A0F-B27A16C7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0E7B0-2393-4585-B4EC-F3668ABB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แสดงต้องใช้ พร้อมใช้ และส่วนขาด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ใช้วางแผนจัดหาและประสานหน่วยงาน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E0D34-BB5F-4B0D-93D0-AA3265CE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8637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สูตรควรอ้างหน่วยและข้อมูลพร้อมใช้ให้ตรงกับชุดข้อมูลนำเข้า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54EBC-952C-4F9F-A198-F5C2121D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76375"/>
            <a:ext cx="7191375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722BF-566D-4157-ADB5-358BB6C6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695325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71153E-74A7-49EB-8173-85448EF229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d08c4dea74762"/>
          <a:srcRect xmlns:a="http://schemas.openxmlformats.org/drawingml/2006/main" l="220" t="0" r="2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143125"/>
            <a:ext cx="6762750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12267-F2D2-47E3-9278-C17362ED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34025"/>
            <a:ext cx="676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CD5E6B-564D-4A34-90E5-0CBF17E8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62600"/>
            <a:ext cx="653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รายการกฎการประเมินทรัพยากร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342FF0-8DD4-46F7-958A-6CF92C07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76375"/>
            <a:ext cx="666750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041241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8DE3B-D93F-4A8D-BFDC-36C5969B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บริหารกิจกรรม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68AD6-0A7C-4DD1-BE51-736BF405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หน้ากิจกรรมในพื้นที่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45F2D-06F9-443E-9D16-1F391B58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E15D9-7EC0-4FC5-A25F-C89EF2A5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C000C-8668-4893-ABA2-3464CD24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12B09-310C-4B3B-BF54-6A40F225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ข้อมูลที่บันทึก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950C3-C80D-494C-A95E-43455A98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9F537-9F78-4277-8CA6-667D4D0E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238375"/>
            <a:ext cx="4533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ชื่อ ประเภท ช่วงเวลา และสถานที่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0E237-F59E-48D8-B764-536FD157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83AB7-B04A-4FA8-8127-08E6B8A8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76550"/>
            <a:ext cx="4533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จำนวนผู้เข้าร่วมและผู้ประสานงาน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5E6F4-8F53-448E-8624-9158F6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0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DDF0E-8E67-420D-A662-2B7C5D8A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14725"/>
            <a:ext cx="4533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ตำแหน่งบนแผนที่และภาพประกอบ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C2665-9277-452E-93E2-1AFB0E83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29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E4CDF-B559-49B5-B861-520A7EE1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152900"/>
            <a:ext cx="4533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สถานะรอรับเรื่อง กำลังดำเนินการ หรือสิ้นสุด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A89A9-A5CC-4AD1-9B36-1F7129A4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095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91E08-E49A-431E-8343-9F99260F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383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การใช้งานร่วมกับแผนที่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BE8AA-8F5E-4B60-85BB-FC557DE1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037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กิจกรรมที่มีพิกัดจะแสดงเป็นชั้นข้อมูล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ช่วยตรวจสอบความหนาแน่นของคนและเหตุที่อาจกระทบพื้นที่จัดงาน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D67CD2-6DFD-4A8C-A932-539ED22E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เจ้าหน้าที่รับทราบกิจกรรมได้จากรายการและสถานะแจ้งเตือน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85283A-428C-4EC4-9996-01BC0F67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381625" cy="3381375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7E8FCC-4100-44B8-8FE5-946664F5E7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6ba5b082b4ed3"/>
          <a:srcRect xmlns:a="http://schemas.openxmlformats.org/drawingml/2006/main" l="1140" t="0" r="11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809750"/>
            <a:ext cx="5191125" cy="2905125"/>
          </a:xfrm>
          <a:prstGeom xmlns:a="http://schemas.openxmlformats.org/drawingml/2006/main" prst="roundRect">
            <a:avLst>
              <a:gd name="adj" fmla="val 2623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D6C78F-CEC5-45D9-B14F-DD46CB21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91025"/>
            <a:ext cx="519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7D0081-4CBD-4947-A1B8-B566A295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4962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กิจกรรมในพื้นที่</a:t>
            </a:r>
          </a:p>
        </p:txBody>
      </p:sp>
    </p:spTree>
    <p:extLst>
      <p:ext uri="{BB962C8B-B14F-4D97-AF65-F5344CB8AC3E}">
        <p14:creationId xmlns:p14="http://schemas.microsoft.com/office/powerpoint/2010/main" val="15407991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E2595E-73E1-403D-8CE1-DA9B01BA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สร้างและเผยแพร่ข่าว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49042-AF90-497A-9D53-D8886F6B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หน้าข่าวประชาสัมพันธ์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61A1E-9824-4FDD-A5FB-11BDD363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34816-4744-4D7A-8129-BA413F60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C3E09-CC29-4E8D-AFA1-1C15A561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E9E70-A563-4B24-B53F-99A3551E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D8EDD-6590-4EC9-9DF1-E1A3A7E4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74D71-3266-4E32-A70A-25A44AAB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4C1C9-A60A-4E87-BFD3-0D83B89F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เลือกข้อมูล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A0063-9429-424B-A7A4-4CDDCA7E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0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เหตุ กิจกรรม หรือข้อมูลหน่วยงาน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2374A-8C24-4608-9024-19F05FC3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7953D-FCA7-4ADB-85BE-E6CB0F71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3BFD7-C155-4885-AECA-7AD23C51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82F33-BF77-4B77-9177-DEC74F65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สร้างเนื้อหา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48A57-905C-4C71-8BC3-E54C1C1B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หัวข้อ ประเด็นสำคัญ และบทอ่าน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4DD13-7765-4A19-9CB7-7A298196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500DF-7A40-4E41-A7E1-978D1AC6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73734-2955-46B4-8A44-E1AD1675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96A95-CF2A-4AA2-B5C0-C86EC753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ตรวจแก้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BC1527-FBB9-42F3-9896-E80784E2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แก้ข้อความก่อนเผยแพร่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FDB56-DA91-48AE-A142-169711E5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DFF5E6-3979-4514-89D4-8DD98420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5F3969-E1E9-4662-9A38-961841EC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1E2BDC-57C6-4EFD-9C7A-C55CF5A3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สร้างสื่อ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C87069-DE36-4F87-81B0-52AD82F8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0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เสียงหรือภาพข่าวตามผู้ให้บริการ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AE96F9-06B1-49FD-A775-F22F1623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5545DE-4801-4668-9D4F-3ACD69AB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DB01BE-EF70-4364-B75C-99AEBAD9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เผยแพร่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737D88-7B03-4518-A4DD-789D3C35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ส่งผ่านช่องทางที่ตั้งค่าไว้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818384-A2A3-4E27-A099-C3DF7755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8953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9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D11C4D-1D26-484F-B63B-03D08C07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52875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การใช้ AI และเสียงขึ้นอยู่กับผู้ให้บริการที่ผู้ดูแลระบบเปิดใช้งาน การเผยแพร่ขึ้นอยู่กับสิทธิ์และช่องทางของหน่วยงาน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5A0B35-B2F3-417F-B37B-9BD71685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90875"/>
            <a:ext cx="914400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636576-79F1-48B5-8F54-C9608BC8F7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652b54e5d4bba"/>
          <a:srcRect xmlns:a="http://schemas.openxmlformats.org/drawingml/2006/main" l="0" t="24225" r="0" b="242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19250" y="3286125"/>
            <a:ext cx="8953500" cy="2524125"/>
          </a:xfrm>
          <a:prstGeom xmlns:a="http://schemas.openxmlformats.org/drawingml/2006/main" prst="roundRect">
            <a:avLst>
              <a:gd name="adj" fmla="val 3019"/>
            </a:avLst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2D19F1-1E96-4A0F-8FDE-B609A714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864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5970AD-F1CC-4EE6-A35E-00A8F5C3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514975"/>
            <a:ext cx="872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รายการข่าวประชาสัมพันธ์</a:t>
            </a:r>
          </a:p>
        </p:txBody>
      </p:sp>
    </p:spTree>
    <p:extLst>
      <p:ext uri="{BB962C8B-B14F-4D97-AF65-F5344CB8AC3E}">
        <p14:creationId xmlns:p14="http://schemas.microsoft.com/office/powerpoint/2010/main" val="6388678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D4364-E4CC-4A4F-9284-1A7EDF9B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CCTV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3195D-2FD7-4E3F-B0AA-172616FC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หน้ากล้องวงจรปิด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D6467-A2D3-4FBC-AA59-18059CDB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B1583-0491-4FE6-A74D-F6B91ADD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C6D05-4959-4870-972C-8A2C1CEC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E6891-040C-42BC-917E-70BD5625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ลงทะเบียนกล้อง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E00C5-8990-4655-8700-11249B7C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61946-F2F2-4A49-BB7C-42C84836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333625"/>
            <a:ext cx="3867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ชื่อและรหัสกล้อง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2BD39-6D77-4D81-8428-CB066AD5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57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60B0D-61A2-442B-8850-DD646418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981325"/>
            <a:ext cx="3867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สถานะและตำแหน่ง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14B6A-0152-404B-921C-FA057F7B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05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8EB60-9855-4065-A03E-AF2A8914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629025"/>
            <a:ext cx="3867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URL สตรีมและวิธีเปิดดู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88930-0998-420F-81DB-A8ADA827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เปิดดูภาพ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D553D-8E2B-45D9-B93E-8B545302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B6BA2-CDF2-40F1-A7DB-B9EE53C4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33625"/>
            <a:ext cx="3962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เปิดจากหน้ารายการ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04AAC-8D75-4E61-9A29-1BC478BA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6087B-9E8F-44A8-AF88-129A905E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981325"/>
            <a:ext cx="3962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แสดงตำแหน่งเป็นชั้นข้อมูลบนแผนที่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C6019-E2CC-4C7F-963B-69CA793A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05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0D1454-D376-4145-B560-68C71EE0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629025"/>
            <a:ext cx="3962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รองรับหน้าเว็บผู้ให้บริการแบบ Embed ตาม URL ที่กำหนด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C6B4A-36C6-4AEF-9081-A558DA2A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572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9CEAAB-97DD-4C5B-9F9A-BB47012B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196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การเปิดภาพจริงขึ้นอยู่กับรูปแบบสตรีม สิทธิ์เข้าถึง และข้อกำหนดของผู้ให้บริการกล้อง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36BF11-FAC2-44A8-97B7-D2DA03D3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81125"/>
            <a:ext cx="661987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313B4A-B0DD-4A8D-AD6E-A3B034FD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14875"/>
            <a:ext cx="9096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B55183-91B7-4E30-A37D-6726ED48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71625"/>
            <a:ext cx="6238875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6C2C92-C5FE-482B-93EF-294D948590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7e355291b4c12"/>
          <a:srcRect xmlns:a="http://schemas.openxmlformats.org/drawingml/2006/main" l="1089" t="0" r="10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666875"/>
            <a:ext cx="6048375" cy="3381375"/>
          </a:xfrm>
          <a:prstGeom xmlns:a="http://schemas.openxmlformats.org/drawingml/2006/main" prst="roundRect">
            <a:avLst>
              <a:gd name="adj" fmla="val 2254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3DAE64-B79E-4C89-AF61-549FDC06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24400"/>
            <a:ext cx="6048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50C1CD-81D3-4E65-9D85-1B394CEA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52975"/>
            <a:ext cx="5819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รายการกล้องวงจรปิด</a:t>
            </a:r>
          </a:p>
        </p:txBody>
      </p:sp>
    </p:spTree>
    <p:extLst>
      <p:ext uri="{BB962C8B-B14F-4D97-AF65-F5344CB8AC3E}">
        <p14:creationId xmlns:p14="http://schemas.microsoft.com/office/powerpoint/2010/main" val="19416947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1FE02-6E7A-45B5-9487-4DDC2C07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ติดตามแผนพัฒนาพื้นที่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1460A-5051-4A58-97D8-EEC0DE50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หน้าโครงการ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349AF-5CA1-4B6F-B6EF-C78530B0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F9809-E465-41C8-B395-9167AC0D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3C18F-396A-4B1F-AF21-6E4074C5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D1D59-A707-4B94-B51F-24946C12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ข้อมูลโครงการ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26606-6581-455C-87B2-93A2EF16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F3AE8-1726-46B0-8BD0-58A10268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38375"/>
            <a:ext cx="462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ปีงบประมาณ งบประมาณ และหน่วยงานรับผิดชอบ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A13AA-CF50-456B-8D1D-1AFEFB2E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F5E67-1182-4B6C-A396-29755A69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462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ผลการอนุมัติ สถานะ และความคืบหน้า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1C37C-7577-4D9E-B2A3-1619DE93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6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334EB-9E1C-489D-B988-0D67F23F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9975"/>
            <a:ext cx="462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ตำแหน่งบนแผนที่และภาพประกอบ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85C86-1829-437D-94D4-F8B9FAD3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4572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3704C-5042-4F1F-A635-B0B1A7D9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มุมมองบริหาร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1CCC4-B39A-4118-90FA-C66D7CA3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81"/>
          </a:bodyPr>
          <a:lstStyle xmlns:a="http://schemas.openxmlformats.org/drawingml/2006/main">
            <a:def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งบประมาณ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A6AF7-F294-4CFE-ACCB-FCB08123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สรุปตามโครงการและปี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B75BC-45E6-46E3-89EA-3E7DC8D2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62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501"/>
          </a:bodyPr>
          <a:lstStyle xmlns:a="http://schemas.openxmlformats.org/drawingml/2006/main">
            <a:def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ความคืบหน้า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5A4AB-5878-4B1B-B12E-10C75EC6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147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336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ติดตามสถานะการดำเนินงาน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FFE9E-1021-43AA-8AD1-D6E47B88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387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โครงการที่มีพิกัดสามารถแสดงบนแผนที่เมือง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D101B-FAD6-4658-A1B8-B42585AD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81125"/>
            <a:ext cx="661987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390DC0-D3CB-4D6B-B1FC-21BBEFE6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95875"/>
            <a:ext cx="619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A653B4-14B0-46D8-A50D-B84A8175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24000"/>
            <a:ext cx="62865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98EFD6-67D2-4ED4-B5BA-B8874DC30F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c561b6fb74cd8"/>
          <a:srcRect xmlns:a="http://schemas.openxmlformats.org/drawingml/2006/main" l="1389" t="0" r="1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1619250"/>
            <a:ext cx="6096000" cy="3429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C5B543-C376-469B-B381-0614240C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244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F689DB-1BBC-4742-9869-3D0DDD00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752975"/>
            <a:ext cx="586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งบประมาณและรายการโครงการ</a:t>
            </a:r>
          </a:p>
        </p:txBody>
      </p:sp>
    </p:spTree>
    <p:extLst>
      <p:ext uri="{BB962C8B-B14F-4D97-AF65-F5344CB8AC3E}">
        <p14:creationId xmlns:p14="http://schemas.microsoft.com/office/powerpoint/2010/main" val="20869809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A21BF9-52E3-40D8-A1D7-A4275F1C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จัดการข้อมูลหน่วยงาน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3F5D9-65DF-46D2-B94A-B54B0D3B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หน้านำเข้าข้อมูล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68C2F-B76D-4315-A29C-621C2F4A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A2AC1-466C-4F2D-B3F3-CACE4B40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B0DB9-E0D4-4497-82CB-7048A7D0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B0804-4CC8-4774-8C76-1DB39C32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86290-0347-4F60-8E8A-C821E7EE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0DBD1-03DC-4D84-AD67-B9868CA8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B7874-1B7F-483D-9148-00C7EEAC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เลือกประเภท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49709-4423-41D9-A7AA-17B62927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78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ประชากร ทีม บุคลากร ทรัพยากร หรือข้อมูลเฉพาะ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C6C56-33A6-4BA0-AECA-6110F8DB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E1839-BC90-4E6D-9B48-8EE320A6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8DA9F-AE94-4A64-B75F-957B88BA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E04EB-098B-449C-8F9F-4E744625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เพิ่มข้อมูล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F91DF-13B9-41F0-9861-C12262F4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กรอกเองหรืออัปโหลดไฟล์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E9347-4F87-47FA-9062-25003C70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AFC2E-FDB9-45BE-9F2E-5D7DAB97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0BCFD5-B599-4EC7-80CC-4DF8C180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549BCB-28D1-4170-9BB5-9E9677BC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ตรวจสอบ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EAA99F-0BE9-400B-8C08-57221F41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21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ดูตัวอย่าง จับคู่คอลัมน์ และแก้ข้อผิดพลาด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93DA6B-D9DC-437E-BDAF-24FD964A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9F317C-0B4E-4210-99A8-CF056AFE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F552E-3EFE-4721-89B7-524520C6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8C9E4B-1F91-4855-9C86-9A6F3620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บันทึก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CE75D6-DD3C-47EA-BAED-8C3B974A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เลือกเพิ่ม แทนที่ หรือสร้างรุ่น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ED13D-A9B2-4BC8-83C0-DC3D9D2D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C91703-73B0-4984-BCB4-CA6CBF52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5EF9FF-91A5-4E42-8062-F2C9617F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7A3151-C9C2-45CF-88A0-0A7E0E9B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01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 Version ประวัติ และดาวน์โหลดต้นฉบับ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F17C46-9136-454E-8FF8-EE2A7040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รูปแบบเชิงพื้นที่รองรับ KMZ, KML, GeoJSON และ Shapefile ที่มีองค์ประกอบครบ โดยควรใช้ WGS84 หรือ EPSG:4326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0CD055-99D6-4D96-8EB2-52D9D3EC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43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ข้อมูลที่นำเข้าจะเชื่อมกับ dashboard การประเมิน และรายการเลือกทรัพยากร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C85045-7EFC-4BD9-AA1D-7A3DDF4E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9875"/>
            <a:ext cx="111918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80C843-72E8-439F-A1AB-D10C9AEE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381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นำเข้าด้วยไฟล์หรือกรอกเอง</a:t>
            </a:r>
          </a:p>
          <a:p xmlns:a="http://schemas.openxmlformats.org/drawingml/2006/main">
            <a: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ตรวจสอบข้อมูลและจัดเก็บเป็นรุ่น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C92D46-6D8C-4FD6-A4F4-802278F4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05125"/>
            <a:ext cx="6191250" cy="3381375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408E35-8CEB-4293-A3EA-91E0C91D94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a5eb773e1433f"/>
          <a:srcRect xmlns:a="http://schemas.openxmlformats.org/drawingml/2006/main" l="0" t="5737" r="0" b="57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1625" y="3000375"/>
            <a:ext cx="6000750" cy="2905125"/>
          </a:xfrm>
          <a:prstGeom xmlns:a="http://schemas.openxmlformats.org/drawingml/2006/main" prst="roundRect">
            <a:avLst>
              <a:gd name="adj" fmla="val 2623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BC0322-1BFF-4CE3-8C27-D21D0E66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581650"/>
            <a:ext cx="600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230DDF-2FB7-4CF6-A6BC-DF744980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610225"/>
            <a:ext cx="577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หน้าจัดการชุดข้อมูลและรุ่นข้อมูล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2614041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1D05D-4B34-4916-8F2C-9BDE7BBA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ถาม วิเคราะห์ และเก็บผลลัพธ์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E35B1-F7EB-4436-9224-D0E56F63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หน้าผู้ช่วย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8FDF6-AE64-4396-AA98-16D4E0B8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6D7A9-C064-4404-B084-42CCA38C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0C7EB-38C7-4AF6-8666-08A2479F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5EDF9-286D-4A4F-AB90-F6861424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สิ่งที่ผู้ใช้ทำได้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6CA2B-1C8F-4428-BB86-24C6C871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F66D9-E107-4F63-8E5A-C45FB043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907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ถามข้อมูลเหตุ ภัย กิจกรรม โครงการ และสิ่งแวดล้อม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B7C30-8697-40DC-B164-B750FF6D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D834B-ECD8-4643-8D7F-08260465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384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ขอผลลัพธ์เป็นข้อความ ตาราง ตัวชี้วัด หรือกราฟ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42CBE-BD14-4654-8C35-4F6A053D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62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5B846-B6DB-41D9-9EF6-70E68FD8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861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บันทึกคำถามเป็น Snippet และรันใหม่ด้วยข้อมูลล่าสุด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1B2D0-F77F-4EE3-B6D6-55DF2035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1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B99A8-B507-4B03-9B27-89D2B33F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338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พิมพ์หรือบันทึกผลเป็น PDF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3FC262-161A-49FE-A93B-DE594969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714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9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6BFB25-CFAE-45CF-B790-9E19075F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383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หลักการสิทธิ์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CC6E6-4097-4B74-BBE4-F7F0A1AA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52750"/>
            <a:ext cx="266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ผู้ช่วย AI ใช้เฉพาะข้อมูลที่บัญชีมีสิทธิ์เข้าถึง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ผู้ดูแลระบบกำหนดผู้ให้บริการและโมเดลที่เปิดใช้งาน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2DF6C4-C509-4B90-B7C7-D18CD1EF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8162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ผลวิเคราะห์ที่บันทึกควรตรวจเวลาอัปเดตก่อนนำไปใช้ตัดสินใจ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6DD023-8B8A-4D79-AA46-2D707454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19250"/>
            <a:ext cx="5953125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488716-FB41-4E94-BD12-1CB5B62A89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3e4f89b4449a2"/>
          <a:srcRect xmlns:a="http://schemas.openxmlformats.org/drawingml/2006/main" l="1344" t="0" r="13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714500"/>
            <a:ext cx="5762625" cy="323850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5E6739-88A3-4764-9873-FE52425D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29150"/>
            <a:ext cx="576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C9F64C-D327-4203-BCE8-B234AA66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57725"/>
            <a:ext cx="5534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หน้าสนทนาและผลวิเคราะห์จากผู้ช่วย AI</a:t>
            </a:r>
          </a:p>
        </p:txBody>
      </p:sp>
    </p:spTree>
    <p:extLst>
      <p:ext uri="{BB962C8B-B14F-4D97-AF65-F5344CB8AC3E}">
        <p14:creationId xmlns:p14="http://schemas.microsoft.com/office/powerpoint/2010/main" val="18251520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8DD56-89BD-405A-BD97-DEA38CFF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บัญชี บทบาท และพื้นที่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3BD6E-A786-4BE0-B17A-74952E05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หน้าจัดการผู้ใช้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A2382-5477-4E95-ADAC-10815B83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A9135-C06B-43FE-B3F4-1586D21D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DF69C-BAC9-4358-9B71-F11B0FF9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E091F-2A8B-4804-8729-39FDF0B2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สร้างบัญชี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113E2-F0EE-49BB-A162-AC1DD46D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76A83-A464-4ED6-A738-5C29060D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กำหนดชื่อผู้ใช้ รหัสผ่าน บทบาท และขอบเขต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EDD21-BF8A-4C7A-9E2D-9F447488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เลือกพื้นที่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0286B-319D-478F-AB3E-6528995F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7D7CD-5A4B-4409-90E6-129047B9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เลือกตำบลหลายพื้นที่ หรืออัปโหลดไฟล์ขอบเขต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40D32-A75A-4429-ACE9-06CEBD63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แก้ไขและลบ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3606B-BC73-4B56-9F21-5CAC30AE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1012B-CCD7-471E-BB8B-F395A4F6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เปลี่ยนสิทธิ์ พื้นที่ หรือรหัสผ่าน พร้อมข้อจำกัดผู้ดูแลคนสุดท้าย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E75953-97A2-4761-A003-2B9CDB5B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953000"/>
            <a:ext cx="866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42119-1DA0-499B-8263-8417BD01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435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17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ผู้ดูแลประจำ อบต. จัดการเฉพาะบัญชีในหน่วยงาน ส่วนผู้ดูแลระบบส่วนกลางจัดการได้ทุกหน่วยงาน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619177-FD20-468F-BFB3-4702940E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14500"/>
            <a:ext cx="66198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D42EB-022A-4E92-AEA6-3670ED08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9096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074F04-5396-42F5-BFD2-F4FEAE7E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00250"/>
            <a:ext cx="62865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CE0318-2D87-4E6A-9F1A-6DE5DEED99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ec920c49943fe"/>
          <a:srcRect xmlns:a="http://schemas.openxmlformats.org/drawingml/2006/main" l="1389" t="0" r="1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2095500"/>
            <a:ext cx="6096000" cy="3429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5031AF-2231-4E26-9A20-4B7BC1CA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006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DABE90-E509-4887-8964-98DF5591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229225"/>
            <a:ext cx="586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รายการผู้ใช้และสิทธิ์ของหน่วยงาน</a:t>
            </a:r>
          </a:p>
        </p:txBody>
      </p:sp>
    </p:spTree>
    <p:extLst>
      <p:ext uri="{BB962C8B-B14F-4D97-AF65-F5344CB8AC3E}">
        <p14:creationId xmlns:p14="http://schemas.microsoft.com/office/powerpoint/2010/main" val="4461368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1555E-6F2F-455C-B3AF-7DA32AEA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การกำหนดค่าการทำงาน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33AA0-4720-4975-A422-2ED863BA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หน้าตั้งค่าระบบและการแจ้งเตือน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CD6F1-C03E-4BCC-A731-721DE2FD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EC5A9-1B4A-4935-85AA-6977D2BC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978E3-3DC8-4178-B71B-E429BA5C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1F1EB-D94E-4F56-A1C3-DA489E77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ระดับหน่วยงาน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C2D72-D37B-446D-B65C-BECF330F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7162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ข้อมูลหน่วยงาน โลโก้ การแจ้งเตือนในระบบ ค่าเริ่มต้นแผนที่ และลิงก์แจ้งเหตุ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94B6F-3D72-4BC5-88B8-881D7D71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9825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D56FC-7804-4384-9366-ABE3DE46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52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ช่องทางและข้อความ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53DF1-15EC-4ACB-B724-EAF17941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LINE OA หลายกลุ่ม แท็กที่รับ เทมเพลต ตัวแปร และหน้าทดสอบการส่ง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CA6C1-1102-4542-91AA-24A1ACEF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9095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E581B-7465-45BA-A3BD-A099CE07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ระดับส่วนกลาง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F7A46-755A-4174-8BD6-3E626EAD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3387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ชื่อระบบ คีย์แผนที่ การลงทะเบียน สถานะระบบ ผู้ให้บริการ AI เสียง และ SMS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50BFE-F45A-4D73-8122-8869F274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72075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456DC-497E-4CB7-B61B-BF43C6B8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197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ประวัติการส่งล่าสุดแสดงเวลา ช่องทาง แท็ก ที่มา ผลการส่ง ผู้ดำเนินการ และข้อความ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A9BBB2-4B72-444D-BBC8-216DA780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81125"/>
            <a:ext cx="84296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229C37-C762-475A-846D-122CE3E5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71625"/>
            <a:ext cx="5762625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64E38F-98D6-4409-8E38-87B52B3897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d6d23ff4f4e33"/>
          <a:srcRect xmlns:a="http://schemas.openxmlformats.org/drawingml/2006/main" l="1527" t="0" r="15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666875"/>
            <a:ext cx="5572125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BF0646-BAB4-4269-B435-2B9B62C6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86275"/>
            <a:ext cx="557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BD2099-69C9-4BAE-B717-F39637E8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14850"/>
            <a:ext cx="5343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ตั้งค่าช่องทางแจ้งเตือน</a:t>
            </a:r>
          </a:p>
        </p:txBody>
      </p:sp>
    </p:spTree>
    <p:extLst>
      <p:ext uri="{BB962C8B-B14F-4D97-AF65-F5344CB8AC3E}">
        <p14:creationId xmlns:p14="http://schemas.microsoft.com/office/powerpoint/2010/main" val="17186271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05C9C9-8CA3-44A6-88B7-79CAB1E1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ช่องทางประชาชน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B991B-601B-4F46-88CF-D3751F13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การแจ้งเหตุสาธารณะและการติดตามผ่าน SMS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24EE0-3FF2-4585-93C8-FA76FF88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F53DD-F7A6-4166-9820-11CBE93D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E9EE7-FCAE-40DC-9863-50B5338B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07576-CD0B-4E80-929C-6DCE3819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03930-52CD-4CB5-B089-969C8FF5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33EC7-D41C-4667-977F-237D00F0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ECF66-6E69-406E-8730-FECC0488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เปิดลิงก์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2C389-FC63-481A-BB44-3EE55E67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00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ประชาชนเข้าผ่าน URL ของหน่วยงาน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F0DC4-38DD-4018-947A-D664F8F1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8EB11-500C-4394-8BB5-4F325AF5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54136-9414-40EF-91D1-111577A1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562D4-412B-40BA-8EC7-13AECF02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กรอกเหตุ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CAFB5-AF4A-4CCB-B35D-E1B08A67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2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รายละเอียด ผู้แจ้ง ภาพ และตำแหน่ง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51AB9-045C-4EED-81FD-B6F0E4A2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18A87-CCE7-4859-809A-C8106CE5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B14B8-F310-40ED-9979-880CC0E9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E25731-A9DA-4C4E-9EE1-DC6D674B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รับเลขอ้างอิง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DDAA00-7AB5-4E00-B629-FFEA8164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ระบบสร้างรายการเหตุให้เจ้าหน้าที่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314728-A75D-449B-9B22-690F949B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50641E-9D4E-4C34-9789-DDB81AC8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7A8C99-C5C8-4DD3-B016-947B52EE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A70E63-2DD7-4FF0-AE7E-A1C31F84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ส่งลิงก์ติดตาม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3B08CE-504F-4626-8BCE-8F09E8EB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SMS แจ้ง URL แบบ token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BF4AB9-8B19-4FDD-A958-AE17455D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B2AF96-8E16-4881-9EB2-5510658A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26EE22-7A48-4C10-8BCC-71FAF5AE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ติดตามผล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745220-6D02-4895-9EE2-23924638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ดูสถานะโดยไม่ต้องเข้าสู่ระบบ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6F857F-9515-4EB9-9A4A-E5460F16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876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9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4242BF-C1BD-4FA5-894B-5DF5FFE5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48125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>
            <a:def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ผู้ดูแลสามารถปิดการรับแจ้ง เปลี่ยนข้อความแนะนำ และสร้างลิงก์ใหม่เมื่อสงสัยว่าลิงก์เดิมรั่วไหล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CBA614-C607-4E68-AE85-A0332FBF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81375"/>
            <a:ext cx="9906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D537AB-3880-41A0-8D06-5E84DA07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0050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ผู้ดูแลกำหนดข้อความแนะนำและเปิดหรือปิดลิงก์สาธารณะได้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06586C-3668-4467-B10E-D8D4D58F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538162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9C19ED-7549-4930-8ED0-2DCE2F3E96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61a917b714a23"/>
          <a:srcRect xmlns:a="http://schemas.openxmlformats.org/drawingml/2006/main" l="326" t="0" r="3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048000"/>
            <a:ext cx="5191125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5EBAC9-18D7-4BE6-9EED-60A0A381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81650"/>
            <a:ext cx="519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6C8FCB-A6AC-4892-9562-58E73ACF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10225"/>
            <a:ext cx="4962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แบบฟอร์มแจ้งเหตุสาธารณะ</a:t>
            </a:r>
          </a:p>
        </p:txBody>
      </p:sp>
    </p:spTree>
    <p:extLst>
      <p:ext uri="{BB962C8B-B14F-4D97-AF65-F5344CB8AC3E}">
        <p14:creationId xmlns:p14="http://schemas.microsoft.com/office/powerpoint/2010/main" val="21414400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8E0ACA-E1AA-4880-9490-08EEF933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การทำงานร่วมกัน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3D759-09C8-454A-A442-D74B0351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Workflow หลักตั้งแต่รับข้อมูลถึงสื่อสารผล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B1D58-A554-4143-968A-DDA0A570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A06E6-1685-49C1-BE33-7DEC3C0C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BA5CF-706C-4FCF-BAAD-14AA6270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F1A3D-E429-47D1-AE7A-2278775E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B390C-C32A-468E-A02B-40A3718D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41994-87ED-410D-82AA-A1DE5431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1E66A-CB9F-4AF1-B6FF-37824FB8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ข้อมูลเข้า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93E92-29CA-4402-96E9-2E36ADB7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60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แจ้งเหตุ เซนเซอร์ ไฟล์ และข้อมูลเจ้าหน้าที่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711C2-1651-4FBF-B9C7-57B75E02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06F73-124B-4075-9EF6-7EB40650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8D4AB-7FCC-4A25-8C15-3AC9391C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9A9D9-457F-4BCC-A7C1-0B36CD3C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ตรวจสอบ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078B1-535D-483C-B780-1915F31D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21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สิทธิ์ คุณภาพข้อมูล และตำแหน่ง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8AA1C-33DA-4B02-A95C-A6F6C5DB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C9D762-A848-47F5-B704-2C5CAF88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FFE0DA-8DF6-4DFA-91AC-82FCBCD0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41AD7-39BD-49A6-83FF-55793F23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ปฏิบัติการ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764CCE-64DC-4DA1-A9B2-C4A48157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85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มอบหมาย ประเมิน และจัดทรัพยากร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6B41E4-FB9F-4520-A790-A3B2267B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51BB40-1D32-417F-B31D-CF4262DF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4A85F7-B4E5-4FE4-A15B-15EC5749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E23153-961A-43AD-BB55-96BF0764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AB30BE-3C91-43FD-8F9C-42D6F7CA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สถานะ ประวัติ Version และผลวิเคราะห์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A3C74B-630D-4661-90DA-34BF80D0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1DECB6-37FA-48FA-9417-568FFAD7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B06EFC-89F1-4DF5-A111-81E83D20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สื่อสาร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E63C19-03B5-4393-94B3-ED589AC3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03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แจ้งเตือน SMS ข่าว เสียง และลิงก์สาธารณะ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16746F-4B2C-4F48-B168-3D283881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914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หน้าจอแต่ละส่วนเชื่อมกันผ่านข้อมูลพื้นที่และสิทธิ์ของผู้ใช้ จึงควรตั้งค่าขอบเขตและชุดข้อมูลพื้นฐานก่อนเริ่มใช้งานจริง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5F921E-283E-4E9A-B42C-54F1C492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81625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ตรวจสอบแหล่งข้อมูลและเวลาที่อัปเดตก่อนใช้ตัดสินใจทุกครั้ง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4614FA-B2D5-421B-81A4-537FDEE4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95625"/>
            <a:ext cx="9906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F58DB4-1C0D-4FD8-8DBF-FEEAE1D2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324225"/>
            <a:ext cx="4114800" cy="25146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B3325E-B660-4AEE-9012-AECEA12266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25e66c12441d9"/>
          <a:srcRect xmlns:a="http://schemas.openxmlformats.org/drawingml/2006/main" l="68" t="0" r="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76375" y="3381375"/>
            <a:ext cx="4000500" cy="219075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740E9C-FC9C-4200-A961-AAF613A7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91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ข้อมูลพื้นฐานและทรัพยากร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878271-5DEC-4617-BF5C-DE88F860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24225"/>
            <a:ext cx="4114800" cy="25146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39673F-2CBB-410B-8514-FF20E7FF5C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f81a548a34443"/>
          <a:srcRect xmlns:a="http://schemas.openxmlformats.org/drawingml/2006/main" l="68" t="0" r="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15125" y="3381375"/>
            <a:ext cx="4000500" cy="219075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7D7365-200D-4ADC-A2F4-81448054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591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รายการภัยพิบัติ</a:t>
            </a:r>
          </a:p>
        </p:txBody>
      </p:sp>
    </p:spTree>
    <p:extLst>
      <p:ext uri="{BB962C8B-B14F-4D97-AF65-F5344CB8AC3E}">
        <p14:creationId xmlns:p14="http://schemas.microsoft.com/office/powerpoint/2010/main" val="14284440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F1EBC-6C1E-43CB-A1F6-5778C0B0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จบการใช้งาน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0FA01-5631-4874-8D29-5D581C4B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การออกจากระบบและข้อควรระวัง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5F43F-5732-4314-AEE0-F6144E1B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61BDC-29C7-45B5-814D-D77C0668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692CA-9A1A-4456-8946-746B900C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0092F-EA9C-433F-9764-8EE7D4EE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ก่อนออกจากระบบ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4EB66-CE0A-4A8C-BE74-BFA6A759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427F7-A4FA-49EB-B9E2-DE08B948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3362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บันทึกข้อมูลและตรวจสถานะงานที่กำลังแก้ไข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C269E-A543-4340-998F-A1BFFA66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C3AE4-A8D8-4459-9F0C-11E93244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00037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ตรวจชื่อบัญชีที่ใช้งานอยู่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62210-1217-4523-B958-1C2A1BA9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BF9F0-0365-4D61-A94A-2A40DADA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66712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เลือกออกจากระบบจากเมนูด้านซ้าย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E533E-77AB-43B8-9888-7C065AFF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C3A42-E9B8-488F-B2D4-C948F2AB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3387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ปิดเบราว์เซอร์เมื่อใช้เครื่องสาธารณะ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FB011-DACC-4C27-AFE0-C3241A2F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000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175CB-4673-4A15-BB2C-02567CDF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ข้อควรระวังของผู้ดูแล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192E6-A1F7-4687-835B-0F35132F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การเปลี่ยนคีย์บริการ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ลิงก์สาธารณะ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ผู้ให้บริการ AI หรือเสียง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และการเผยแพร่อัตโนมัติ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อาจกระทบหลายบัญชี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2613F-33A1-4BE2-9C13-53A42AD8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72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ควรทดสอบบริการที่เกี่ยวข้องหลังบันทึกการตั้งค่า</a:t>
            </a:r>
          </a:p>
        </p:txBody>
      </p:sp>
    </p:spTree>
    <p:extLst>
      <p:ext uri="{BB962C8B-B14F-4D97-AF65-F5344CB8AC3E}">
        <p14:creationId xmlns:p14="http://schemas.microsoft.com/office/powerpoint/2010/main" val="834803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2026-10-28T23:38:10.1700000Z</dcterms:created>
  <dcterms:modified xsi:type="dcterms:W3CDTF">2026-10-28T23:38:10.1700000Z</dcterms:modified>
</coreProperties>
</file>