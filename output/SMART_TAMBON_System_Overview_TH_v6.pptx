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6a8d218224814" /><Relationship Type="http://schemas.openxmlformats.org/officeDocument/2006/relationships/extended-properties" Target="/docProps/app.xml" Id="R3a40f2e99f55449e" /><Relationship Type="http://schemas.openxmlformats.org/officeDocument/2006/relationships/officeDocument" Target="/ppt/presentation.xml" Id="R0e9fa444946e43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c799c575849e7"/>
  </p:sldMasterIdLst>
  <p:notesMasterIdLst>
    <p:notesMasterId xmlns:r="http://schemas.openxmlformats.org/officeDocument/2006/relationships" r:id="R5c16bb2494cb4963"/>
  </p:notesMasterIdLst>
  <p:sldIdLst>
    <p:sldId xmlns:r="http://schemas.openxmlformats.org/officeDocument/2006/relationships" id="256" r:id="Rbf54375602a14659"/>
    <p:sldId xmlns:r="http://schemas.openxmlformats.org/officeDocument/2006/relationships" id="257" r:id="R988d607c6f1545e2"/>
    <p:sldId xmlns:r="http://schemas.openxmlformats.org/officeDocument/2006/relationships" id="258" r:id="R255ae33ae8f54a46"/>
    <p:sldId xmlns:r="http://schemas.openxmlformats.org/officeDocument/2006/relationships" id="259" r:id="R1042cf0b20b14774"/>
    <p:sldId xmlns:r="http://schemas.openxmlformats.org/officeDocument/2006/relationships" id="260" r:id="Rc9ee5539e01c46ca"/>
    <p:sldId xmlns:r="http://schemas.openxmlformats.org/officeDocument/2006/relationships" id="261" r:id="R842e73cd344f4353"/>
    <p:sldId xmlns:r="http://schemas.openxmlformats.org/officeDocument/2006/relationships" id="262" r:id="Rf790f00600bd464d"/>
    <p:sldId xmlns:r="http://schemas.openxmlformats.org/officeDocument/2006/relationships" id="263" r:id="Racfb27e7d4da4e9d"/>
    <p:sldId xmlns:r="http://schemas.openxmlformats.org/officeDocument/2006/relationships" id="264" r:id="Rddc18af8f9394714"/>
    <p:sldId xmlns:r="http://schemas.openxmlformats.org/officeDocument/2006/relationships" id="265" r:id="R252f1af8b1644288"/>
    <p:sldId xmlns:r="http://schemas.openxmlformats.org/officeDocument/2006/relationships" id="266" r:id="R9d4a0050965b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edbc52e5184b32" /><Relationship Type="http://schemas.openxmlformats.org/officeDocument/2006/relationships/slideMaster" Target="/ppt/slideMasters/slideMaster1.xml" Id="Rb0cc799c575849e7" /><Relationship Type="http://schemas.openxmlformats.org/officeDocument/2006/relationships/notesMaster" Target="/ppt/notesMasters/notesMaster1.xml" Id="R5c16bb2494cb4963" /><Relationship Type="http://schemas.openxmlformats.org/officeDocument/2006/relationships/presProps" Target="/ppt/presProps.xml" Id="R6417f07fa20142cd" /><Relationship Type="http://schemas.openxmlformats.org/officeDocument/2006/relationships/tableStyles" Target="/ppt/tableStyles.xml" Id="R9e40a1f6b93c4079" /><Relationship Type="http://schemas.openxmlformats.org/officeDocument/2006/relationships/slide" Target="/ppt/slides/slide1.xml" Id="Rbf54375602a14659" /><Relationship Type="http://schemas.openxmlformats.org/officeDocument/2006/relationships/slide" Target="/ppt/slides/slide2.xml" Id="R988d607c6f1545e2" /><Relationship Type="http://schemas.openxmlformats.org/officeDocument/2006/relationships/slide" Target="/ppt/slides/slide3.xml" Id="R255ae33ae8f54a46" /><Relationship Type="http://schemas.openxmlformats.org/officeDocument/2006/relationships/slide" Target="/ppt/slides/slide4.xml" Id="R1042cf0b20b14774" /><Relationship Type="http://schemas.openxmlformats.org/officeDocument/2006/relationships/slide" Target="/ppt/slides/slide5.xml" Id="Rc9ee5539e01c46ca" /><Relationship Type="http://schemas.openxmlformats.org/officeDocument/2006/relationships/slide" Target="/ppt/slides/slide6.xml" Id="R842e73cd344f4353" /><Relationship Type="http://schemas.openxmlformats.org/officeDocument/2006/relationships/slide" Target="/ppt/slides/slide7.xml" Id="Rf790f00600bd464d" /><Relationship Type="http://schemas.openxmlformats.org/officeDocument/2006/relationships/slide" Target="/ppt/slides/slide8.xml" Id="Racfb27e7d4da4e9d" /><Relationship Type="http://schemas.openxmlformats.org/officeDocument/2006/relationships/slide" Target="/ppt/slides/slide9.xml" Id="Rddc18af8f9394714" /><Relationship Type="http://schemas.openxmlformats.org/officeDocument/2006/relationships/slide" Target="/ppt/slides/slide10.xml" Id="R252f1af8b1644288" /><Relationship Type="http://schemas.openxmlformats.org/officeDocument/2006/relationships/slide" Target="/ppt/slides/slide11.xml" Id="R9d4a0050965b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d00e427a8f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eb69df07ce4667" /><Relationship Type="http://schemas.openxmlformats.org/officeDocument/2006/relationships/notesMaster" Target="/ppt/notesMasters/notesMaster1.xml" Id="Ra3a4bd7b6623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81ea2ec8944e5" /><Relationship Type="http://schemas.openxmlformats.org/officeDocument/2006/relationships/notesMaster" Target="/ppt/notesMasters/notesMaster1.xml" Id="R190bae540f874f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5ebf80aaf4dcd" /><Relationship Type="http://schemas.openxmlformats.org/officeDocument/2006/relationships/notesMaster" Target="/ppt/notesMasters/notesMaster1.xml" Id="R1b49e43b895347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9236c4914429a" /><Relationship Type="http://schemas.openxmlformats.org/officeDocument/2006/relationships/notesMaster" Target="/ppt/notesMasters/notesMaster1.xml" Id="R62a3eeb34e4b4e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3d76b3b214777" /><Relationship Type="http://schemas.openxmlformats.org/officeDocument/2006/relationships/notesMaster" Target="/ppt/notesMasters/notesMaster1.xml" Id="R8b60dfd3297e4a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699e1a316c408a" /><Relationship Type="http://schemas.openxmlformats.org/officeDocument/2006/relationships/notesMaster" Target="/ppt/notesMasters/notesMaster1.xml" Id="Rd2f5ee9ea12e4e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34b3c36d53441f" /><Relationship Type="http://schemas.openxmlformats.org/officeDocument/2006/relationships/notesMaster" Target="/ppt/notesMasters/notesMaster1.xml" Id="R53291970ad7c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bc01e67e63489a" /><Relationship Type="http://schemas.openxmlformats.org/officeDocument/2006/relationships/notesMaster" Target="/ppt/notesMasters/notesMaster1.xml" Id="Rf1b0eac46bf7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b145fc56964b6b" /><Relationship Type="http://schemas.openxmlformats.org/officeDocument/2006/relationships/notesMaster" Target="/ppt/notesMasters/notesMaster1.xml" Id="R8fd52aef8cfd45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f9cb46ffa24878" /><Relationship Type="http://schemas.openxmlformats.org/officeDocument/2006/relationships/notesMaster" Target="/ppt/notesMasters/notesMaster1.xml" Id="R8ab7cf403ca846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350db1271f4bbe" /><Relationship Type="http://schemas.openxmlformats.org/officeDocument/2006/relationships/notesMaster" Target="/ppt/notesMasters/notesMaster1.xml" Id="Ra64457560c52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Tambon\Screenshot\10_นำเข้าข้อมูล\3_จับคู่ข้อมูล.JPG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e97ba0ef24b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63b02efad45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b183cc3b947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aae19ad3e4e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19a471ac94b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82aabca0e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29dcb786684706" /><Relationship Type="http://schemas.openxmlformats.org/officeDocument/2006/relationships/slideLayout" Target="/ppt/slideLayouts/slideLayout1.xml" Id="R97a4eda990834276" /><Relationship Type="http://schemas.openxmlformats.org/officeDocument/2006/relationships/slideLayout" Target="/ppt/slideLayouts/slideLayout2.xml" Id="R4214aedde19f4dc5" /><Relationship Type="http://schemas.openxmlformats.org/officeDocument/2006/relationships/slideLayout" Target="/ppt/slideLayouts/slideLayout3.xml" Id="R65252cfc92d94171" /><Relationship Type="http://schemas.openxmlformats.org/officeDocument/2006/relationships/slideLayout" Target="/ppt/slideLayouts/slideLayout4.xml" Id="R51669bde084b4fc2" /><Relationship Type="http://schemas.openxmlformats.org/officeDocument/2006/relationships/slideLayout" Target="/ppt/slideLayouts/slideLayout5.xml" Id="R9ec63f1e0dc54b23" /><Relationship Type="http://schemas.openxmlformats.org/officeDocument/2006/relationships/slideLayout" Target="/ppt/slideLayouts/slideLayout6.xml" Id="R17327c097366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4eda990834276"/>
    <p:sldLayoutId xmlns:r="http://schemas.openxmlformats.org/officeDocument/2006/relationships" id="2147483650" r:id="R4214aedde19f4dc5"/>
    <p:sldLayoutId xmlns:r="http://schemas.openxmlformats.org/officeDocument/2006/relationships" id="2147483651" r:id="R65252cfc92d94171"/>
    <p:sldLayoutId xmlns:r="http://schemas.openxmlformats.org/officeDocument/2006/relationships" id="2147483652" r:id="R51669bde084b4fc2"/>
    <p:sldLayoutId xmlns:r="http://schemas.openxmlformats.org/officeDocument/2006/relationships" id="2147483653" r:id="R9ec63f1e0dc54b23"/>
    <p:sldLayoutId xmlns:r="http://schemas.openxmlformats.org/officeDocument/2006/relationships" id="2147483654" r:id="R17327c097366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e635dd94424305" /><Relationship Type="http://schemas.openxmlformats.org/officeDocument/2006/relationships/image" Target="/ppt/media/image.png" Id="Rb6b05dc515534fd6" /><Relationship Type="http://schemas.openxmlformats.org/officeDocument/2006/relationships/notesSlide" Target="/ppt/notesSlides/notesSlide1.xml" Id="R350423996c8f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05baec58d4ce8" /><Relationship Type="http://schemas.openxmlformats.org/officeDocument/2006/relationships/image" Target="/ppt/media/image.jpeg" Id="R3a2add29982448b4" /><Relationship Type="http://schemas.openxmlformats.org/officeDocument/2006/relationships/notesSlide" Target="/ppt/notesSlides/notesSlide2.xml" Id="Rba6cf48d074841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34a7808b24a0f" /><Relationship Type="http://schemas.openxmlformats.org/officeDocument/2006/relationships/image" Target="/ppt/media/image2.jpeg" Id="R17d462bf335d455c" /><Relationship Type="http://schemas.openxmlformats.org/officeDocument/2006/relationships/notesSlide" Target="/ppt/notesSlides/notesSlide3.xml" Id="R0eaf6bcc78984d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1f079c1d84f10" /><Relationship Type="http://schemas.openxmlformats.org/officeDocument/2006/relationships/image" Target="/ppt/media/image3.jpeg" Id="R2b85515dece54ee3" /><Relationship Type="http://schemas.openxmlformats.org/officeDocument/2006/relationships/notesSlide" Target="/ppt/notesSlides/notesSlide4.xml" Id="R008d7ee69d79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4258b46df49ea" /><Relationship Type="http://schemas.openxmlformats.org/officeDocument/2006/relationships/image" Target="/ppt/media/image4.jpeg" Id="R18acaf19f7194ab7" /><Relationship Type="http://schemas.openxmlformats.org/officeDocument/2006/relationships/notesSlide" Target="/ppt/notesSlides/notesSlide5.xml" Id="Rce762bc955bb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24265c01b4679" /><Relationship Type="http://schemas.openxmlformats.org/officeDocument/2006/relationships/image" Target="/ppt/media/image5.jpeg" Id="R51e78c114ae34132" /><Relationship Type="http://schemas.openxmlformats.org/officeDocument/2006/relationships/image" Target="/ppt/media/image6.jpeg" Id="R7222e630b28748a9" /><Relationship Type="http://schemas.openxmlformats.org/officeDocument/2006/relationships/image" Target="/ppt/media/image7.jpeg" Id="R91ba5c413ab64080" /><Relationship Type="http://schemas.openxmlformats.org/officeDocument/2006/relationships/notesSlide" Target="/ppt/notesSlides/notesSlide6.xml" Id="Rb96a2d58c26041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60912161b42e8" /><Relationship Type="http://schemas.openxmlformats.org/officeDocument/2006/relationships/image" Target="/ppt/media/image8.jpeg" Id="R84b51e743a1e4483" /><Relationship Type="http://schemas.openxmlformats.org/officeDocument/2006/relationships/notesSlide" Target="/ppt/notesSlides/notesSlide7.xml" Id="R1553e321d0fc45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e5ba7130f4a7c" /><Relationship Type="http://schemas.openxmlformats.org/officeDocument/2006/relationships/image" Target="/ppt/media/image9.jpeg" Id="R3759bbdca0f549e3" /><Relationship Type="http://schemas.openxmlformats.org/officeDocument/2006/relationships/notesSlide" Target="/ppt/notesSlides/notesSlide8.xml" Id="Ra79f4bff850649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7d36b0e8f4488" /><Relationship Type="http://schemas.openxmlformats.org/officeDocument/2006/relationships/image" Target="/ppt/media/image10.jpeg" Id="R04ddc1d9e44f4e71" /><Relationship Type="http://schemas.openxmlformats.org/officeDocument/2006/relationships/notesSlide" Target="/ppt/notesSlides/notesSlide9.xml" Id="R02bdb330e358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da3270e754ed9" /><Relationship Type="http://schemas.openxmlformats.org/officeDocument/2006/relationships/image" Target="/ppt/media/image11.jpeg" Id="R8e630ea5f71c4aea" /><Relationship Type="http://schemas.openxmlformats.org/officeDocument/2006/relationships/notesSlide" Target="/ppt/notesSlides/notesSlide10.xml" Id="Re1ba2ba69fcb4f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eb8495f82481e" /><Relationship Type="http://schemas.openxmlformats.org/officeDocument/2006/relationships/image" Target="/ppt/media/image12.jpeg" Id="R30746ef787284f0d" /><Relationship Type="http://schemas.openxmlformats.org/officeDocument/2006/relationships/notesSlide" Target="/ppt/notesSlides/notesSlide11.xml" Id="R3e7ae52ce1d048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4755E-A378-465C-9AF1-169534EC3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05dc515534fd6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CF019-DDCC-486F-B3CD-8C2059A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286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5715C-3E1F-44E7-AA47-79A98FC32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add29982448b4"/>
          <a:srcRect xmlns:a="http://schemas.openxmlformats.org/drawingml/2006/main" l="8008" t="0" r="8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6192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81A2C-D7CA-44DD-8AA2-FB9BA028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62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061EF-3798-4603-9FCD-3050267B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9097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ภาพรวมเมืองและสถานการณ์ล่าสุด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06449-21F4-4099-BA6C-606A522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E400C-0A2B-4CF7-8859-44DEB1C0A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462bf335d455c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333625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F1AD7-E6A1-4DBF-8085-F688D652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7100EB-FEA8-4BF6-86AB-67765CEE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CAEC7-0524-4E35-B435-8C0611CF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9F2D8-17F8-448E-A4E2-17BB0B79F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5515dece54ee3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716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AA0A4-404C-4851-B760-5144ECE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287F1-F174-4BD1-BDAD-11457C72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จัดการบัญชีและขอบเขตพื้นที่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E3F18-0753-4A9F-B6C0-9B55F34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55808-ADD1-4927-9C4D-53A6582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ข้อมูลเดิมเข้าสู่ระบบผ่านการตรวจสอบและจับคู่คอลัมน์ ก่อนเชื่อมกับ workflow เดียวกัน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4260C-C5ED-45D2-9EF1-4DDC3AA1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667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30B67B-E177-47FF-AB54-600CCF897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caf19f7194ab7"/>
          <a:srcRect xmlns:a="http://schemas.openxmlformats.org/drawingml/2006/main" l="0" t="19187" r="0" b="19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3286125"/>
            <a:ext cx="4476750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95A7C6-9F46-40E3-95F9-3E862B63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793EAB-30B9-4747-BCF4-26F0558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197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ตรวจสอบและจับคู่ข้อมูลก่อนนำเข้า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9E417-92EE-41AA-AF16-1EC4DF5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1239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C7F4A-5FCD-4F95-A913-F30B63D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2710F-10E1-4A34-8D0B-FACD2A442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78c114ae34132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47173-B347-4B63-BC66-97C4DAA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7C4B2F-B024-465D-AEE1-D5B6D503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6B028-CFAB-4041-9DF1-54C9A1AC17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2e630b28748a9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49C591-4F6E-4170-933A-29A9FFF3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CD813B-2528-4841-B2D9-8D48EF4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52C24-DFCD-476D-A47C-4D28C8D2E8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a5c413ab64080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05406C-C053-4E51-A4DA-D764146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9A10B-3ED4-4DBC-A822-FB743C0A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0239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7AEA6-2CBA-4D44-A0D8-0468BFCD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เหตุที่รุนแรงยกระดับเป็นภัยพิบัติ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เพื่อประเมินพื้นที่และจัดสรรทรัพยากร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BA961-6022-408D-BCDA-DF77AFC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71FC12-D161-4B95-AAF4-DE7B9CFBE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51e743a1e4483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90875"/>
            <a:ext cx="51435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61F7E2-FFA4-4384-8692-8D81DCC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F1FE5-298B-4E77-AF8C-E3970D5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รายการเหตุและรายละเอียดการรับเรื่อง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5B6D-7A23-4AD0-9C9F-C79E1D2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4771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9A6F5-85CB-4945-B61D-4CDE95F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7C7D2-2851-45C3-B6DF-ABED96B49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9bbdca0f549e3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38375"/>
            <a:ext cx="5238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29C0A-F212-4F03-A381-246AB4B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17863-D929-4CFB-93C2-A1AE353F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ประเมินพื้นที่กระทบและทรัพยากร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73E59-527A-462E-ADC1-654D8D3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7381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EB328-6C0C-4B03-82B6-36EF377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11144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BAA21-A05B-4554-9826-3CB8F6D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41467-0614-4F18-B6DA-17005537E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dc1d9e44f4e71"/>
          <a:srcRect xmlns:a="http://schemas.openxmlformats.org/drawingml/2006/main" l="3798" t="0" r="3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CF46C-06E0-49C8-8040-F05E2BCC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C3EC7-F92E-42D1-B14C-44F4C142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ผู้ช่วย AI วิเคราะห์ข้อมูลตามสิทธิ์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4E1E-C903-4A54-9F7B-55FC5C2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763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81735-B8C1-4A60-8031-9BC96E01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งบประมาณและสถานะโครงการเชื่อมกับตำแหน่งบนแผนที่ เพื่อให้ผู้บริหารติดตามภาพรวมได้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E8CA6-1258-405B-B5B9-8BD8ECCF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334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B4D85-FFE5-43A8-81C0-A52EDCB47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0ea5f71c4aea"/>
          <a:srcRect xmlns:a="http://schemas.openxmlformats.org/drawingml/2006/main" l="0" t="1746" r="0" b="1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43250"/>
            <a:ext cx="5143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42F58-1875-4294-8531-FC9E71DE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4BD44-821D-452D-892A-F731F3E9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ติดตามงบประมาณและความคืบหน้าโครงการ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823CA-A3C4-4E24-9229-475302C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87ADF-588C-4ED0-B86C-27CFE82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ประชาชนส่งรายละเอียดและตำแหน่ง</a:t>
            </a:r>
          </a:p>
          <a:p xmlns:a="http://schemas.openxmlformats.org/drawingml/2006/main">
            <a: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 ประเมิน และติดตามจนปิดเหตุ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4C450-01E9-4ECA-A0C2-DE8B154E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6C4D0F-B7FE-42F3-A7FE-089BAD2FC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46ef787284f0d"/>
          <a:srcRect xmlns:a="http://schemas.openxmlformats.org/drawingml/2006/main" l="5339" t="0" r="5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952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47ABE-FC5D-407A-B898-D6E13843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03F8E0-CA8F-4068-BC8E-435C3896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แบบฟอร์มแจ้งเหตุสำหรับประชาชน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2026-10-28T23:38:44.2230000Z</dcterms:created>
  <dcterms:modified xsi:type="dcterms:W3CDTF">2026-10-28T23:38:44.2240000Z</dcterms:modified>
</coreProperties>
</file>