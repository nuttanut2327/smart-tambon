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807d0277f4423" /><Relationship Type="http://schemas.openxmlformats.org/officeDocument/2006/relationships/extended-properties" Target="/docProps/app.xml" Id="R7fc89fbb387d4e14" /><Relationship Type="http://schemas.openxmlformats.org/officeDocument/2006/relationships/officeDocument" Target="/ppt/presentation.xml" Id="R1bc353ed6331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40a713f341482d"/>
  </p:sldMasterIdLst>
  <p:notesMasterIdLst>
    <p:notesMasterId xmlns:r="http://schemas.openxmlformats.org/officeDocument/2006/relationships" r:id="R4acf1ae62ff7454f"/>
  </p:notesMasterIdLst>
  <p:sldIdLst>
    <p:sldId xmlns:r="http://schemas.openxmlformats.org/officeDocument/2006/relationships" id="256" r:id="R0fe0414fc7154dc5"/>
    <p:sldId xmlns:r="http://schemas.openxmlformats.org/officeDocument/2006/relationships" id="257" r:id="R65dcdb514c004cc4"/>
    <p:sldId xmlns:r="http://schemas.openxmlformats.org/officeDocument/2006/relationships" id="258" r:id="Rb788b87df7ff4f38"/>
    <p:sldId xmlns:r="http://schemas.openxmlformats.org/officeDocument/2006/relationships" id="259" r:id="R55f9441dec594f6d"/>
    <p:sldId xmlns:r="http://schemas.openxmlformats.org/officeDocument/2006/relationships" id="260" r:id="Rc7c3e458d34a46b9"/>
    <p:sldId xmlns:r="http://schemas.openxmlformats.org/officeDocument/2006/relationships" id="261" r:id="Rd27878305f7d472c"/>
    <p:sldId xmlns:r="http://schemas.openxmlformats.org/officeDocument/2006/relationships" id="262" r:id="Rf45da2e780874776"/>
    <p:sldId xmlns:r="http://schemas.openxmlformats.org/officeDocument/2006/relationships" id="263" r:id="Rc22bc8774da046e1"/>
    <p:sldId xmlns:r="http://schemas.openxmlformats.org/officeDocument/2006/relationships" id="264" r:id="R6809d2e01fe64cdd"/>
    <p:sldId xmlns:r="http://schemas.openxmlformats.org/officeDocument/2006/relationships" id="265" r:id="R6bd0da1e643b4936"/>
    <p:sldId xmlns:r="http://schemas.openxmlformats.org/officeDocument/2006/relationships" id="266" r:id="R44be31efebbf4165"/>
    <p:sldId xmlns:r="http://schemas.openxmlformats.org/officeDocument/2006/relationships" id="267" r:id="Rfbc9f6f61dc843db"/>
    <p:sldId xmlns:r="http://schemas.openxmlformats.org/officeDocument/2006/relationships" id="268" r:id="R5290787ec36e4e2b"/>
    <p:sldId xmlns:r="http://schemas.openxmlformats.org/officeDocument/2006/relationships" id="269" r:id="R86896dd08f5b4d6f"/>
    <p:sldId xmlns:r="http://schemas.openxmlformats.org/officeDocument/2006/relationships" id="270" r:id="R07c15e1dfa5f4dcf"/>
    <p:sldId xmlns:r="http://schemas.openxmlformats.org/officeDocument/2006/relationships" id="271" r:id="Rd373a5fbdb6c4890"/>
    <p:sldId xmlns:r="http://schemas.openxmlformats.org/officeDocument/2006/relationships" id="272" r:id="Rd150c71fe9a84369"/>
    <p:sldId xmlns:r="http://schemas.openxmlformats.org/officeDocument/2006/relationships" id="273" r:id="R31f4e8f44b3f4afc"/>
    <p:sldId xmlns:r="http://schemas.openxmlformats.org/officeDocument/2006/relationships" id="274" r:id="R9f342547316844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9e884ba601429f" /><Relationship Type="http://schemas.openxmlformats.org/officeDocument/2006/relationships/slideMaster" Target="/ppt/slideMasters/slideMaster1.xml" Id="Rf340a713f341482d" /><Relationship Type="http://schemas.openxmlformats.org/officeDocument/2006/relationships/notesMaster" Target="/ppt/notesMasters/notesMaster1.xml" Id="R4acf1ae62ff7454f" /><Relationship Type="http://schemas.openxmlformats.org/officeDocument/2006/relationships/presProps" Target="/ppt/presProps.xml" Id="Rc803e4c7e0f74d27" /><Relationship Type="http://schemas.openxmlformats.org/officeDocument/2006/relationships/tableStyles" Target="/ppt/tableStyles.xml" Id="Re67d0f0f6eed42d9" /><Relationship Type="http://schemas.openxmlformats.org/officeDocument/2006/relationships/slide" Target="/ppt/slides/slide1.xml" Id="R0fe0414fc7154dc5" /><Relationship Type="http://schemas.openxmlformats.org/officeDocument/2006/relationships/slide" Target="/ppt/slides/slide2.xml" Id="R65dcdb514c004cc4" /><Relationship Type="http://schemas.openxmlformats.org/officeDocument/2006/relationships/slide" Target="/ppt/slides/slide3.xml" Id="Rb788b87df7ff4f38" /><Relationship Type="http://schemas.openxmlformats.org/officeDocument/2006/relationships/slide" Target="/ppt/slides/slide4.xml" Id="R55f9441dec594f6d" /><Relationship Type="http://schemas.openxmlformats.org/officeDocument/2006/relationships/slide" Target="/ppt/slides/slide5.xml" Id="Rc7c3e458d34a46b9" /><Relationship Type="http://schemas.openxmlformats.org/officeDocument/2006/relationships/slide" Target="/ppt/slides/slide6.xml" Id="Rd27878305f7d472c" /><Relationship Type="http://schemas.openxmlformats.org/officeDocument/2006/relationships/slide" Target="/ppt/slides/slide7.xml" Id="Rf45da2e780874776" /><Relationship Type="http://schemas.openxmlformats.org/officeDocument/2006/relationships/slide" Target="/ppt/slides/slide8.xml" Id="Rc22bc8774da046e1" /><Relationship Type="http://schemas.openxmlformats.org/officeDocument/2006/relationships/slide" Target="/ppt/slides/slide9.xml" Id="R6809d2e01fe64cdd" /><Relationship Type="http://schemas.openxmlformats.org/officeDocument/2006/relationships/slide" Target="/ppt/slides/slide10.xml" Id="R6bd0da1e643b4936" /><Relationship Type="http://schemas.openxmlformats.org/officeDocument/2006/relationships/slide" Target="/ppt/slides/slide11.xml" Id="R44be31efebbf4165" /><Relationship Type="http://schemas.openxmlformats.org/officeDocument/2006/relationships/slide" Target="/ppt/slides/slide12.xml" Id="Rfbc9f6f61dc843db" /><Relationship Type="http://schemas.openxmlformats.org/officeDocument/2006/relationships/slide" Target="/ppt/slides/slide13.xml" Id="R5290787ec36e4e2b" /><Relationship Type="http://schemas.openxmlformats.org/officeDocument/2006/relationships/slide" Target="/ppt/slides/slide14.xml" Id="R86896dd08f5b4d6f" /><Relationship Type="http://schemas.openxmlformats.org/officeDocument/2006/relationships/slide" Target="/ppt/slides/slide15.xml" Id="R07c15e1dfa5f4dcf" /><Relationship Type="http://schemas.openxmlformats.org/officeDocument/2006/relationships/slide" Target="/ppt/slides/slide16.xml" Id="Rd373a5fbdb6c4890" /><Relationship Type="http://schemas.openxmlformats.org/officeDocument/2006/relationships/slide" Target="/ppt/slides/slide17.xml" Id="Rd150c71fe9a84369" /><Relationship Type="http://schemas.openxmlformats.org/officeDocument/2006/relationships/slide" Target="/ppt/slides/slide18.xml" Id="R31f4e8f44b3f4afc" /><Relationship Type="http://schemas.openxmlformats.org/officeDocument/2006/relationships/slide" Target="/ppt/slides/slide19.xml" Id="R9f342547316844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67e1f9cb7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fd7e1bb0746c7" /><Relationship Type="http://schemas.openxmlformats.org/officeDocument/2006/relationships/notesMaster" Target="/ppt/notesMasters/notesMaster1.xml" Id="R4c8b6e2fed7a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f8a641c6344189" /><Relationship Type="http://schemas.openxmlformats.org/officeDocument/2006/relationships/notesMaster" Target="/ppt/notesMasters/notesMaster1.xml" Id="R3bab1f259ab744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69a34dfa1462c" /><Relationship Type="http://schemas.openxmlformats.org/officeDocument/2006/relationships/notesMaster" Target="/ppt/notesMasters/notesMaster1.xml" Id="R0f5598f86a6343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d64e6fcae84cc3" /><Relationship Type="http://schemas.openxmlformats.org/officeDocument/2006/relationships/notesMaster" Target="/ppt/notesMasters/notesMaster1.xml" Id="Rb7ddbe17958b4a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0e4b9770c14557" /><Relationship Type="http://schemas.openxmlformats.org/officeDocument/2006/relationships/notesMaster" Target="/ppt/notesMasters/notesMaster1.xml" Id="R7eef75b9f5114d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201bd05b04e37" /><Relationship Type="http://schemas.openxmlformats.org/officeDocument/2006/relationships/notesMaster" Target="/ppt/notesMasters/notesMaster1.xml" Id="R35aecabfd583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6bae8343b040b3" /><Relationship Type="http://schemas.openxmlformats.org/officeDocument/2006/relationships/notesMaster" Target="/ppt/notesMasters/notesMaster1.xml" Id="R62553cfaf9354c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0caff0ac514568" /><Relationship Type="http://schemas.openxmlformats.org/officeDocument/2006/relationships/notesMaster" Target="/ppt/notesMasters/notesMaster1.xml" Id="Rb1f2b0758647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d0630cfcd04559" /><Relationship Type="http://schemas.openxmlformats.org/officeDocument/2006/relationships/notesMaster" Target="/ppt/notesMasters/notesMaster1.xml" Id="R571a014f9cc949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032806f5c34083" /><Relationship Type="http://schemas.openxmlformats.org/officeDocument/2006/relationships/notesMaster" Target="/ppt/notesMasters/notesMaster1.xml" Id="Ref8ca7158a404b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e13fd0b1e7467e" /><Relationship Type="http://schemas.openxmlformats.org/officeDocument/2006/relationships/notesMaster" Target="/ppt/notesMasters/notesMaster1.xml" Id="Re695052532f846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f44885c0d84d8c" /><Relationship Type="http://schemas.openxmlformats.org/officeDocument/2006/relationships/notesMaster" Target="/ppt/notesMasters/notesMaster1.xml" Id="R3207a310658449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ce7865c0ac4812" /><Relationship Type="http://schemas.openxmlformats.org/officeDocument/2006/relationships/notesMaster" Target="/ppt/notesMasters/notesMaster1.xml" Id="R94bb5ac2606e48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704430b8c941e3" /><Relationship Type="http://schemas.openxmlformats.org/officeDocument/2006/relationships/notesMaster" Target="/ppt/notesMasters/notesMaster1.xml" Id="R2292e206667b46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5bf449cb2a4efc" /><Relationship Type="http://schemas.openxmlformats.org/officeDocument/2006/relationships/notesMaster" Target="/ppt/notesMasters/notesMaster1.xml" Id="R9971db2b878c43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bd2bc7521649e2" /><Relationship Type="http://schemas.openxmlformats.org/officeDocument/2006/relationships/notesMaster" Target="/ppt/notesMasters/notesMaster1.xml" Id="Rb16ec8c2c7ff4d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98c15416f240ca" /><Relationship Type="http://schemas.openxmlformats.org/officeDocument/2006/relationships/notesMaster" Target="/ppt/notesMasters/notesMaster1.xml" Id="Ra2d44b33c9ad4c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143a6f1da4461d" /><Relationship Type="http://schemas.openxmlformats.org/officeDocument/2006/relationships/notesMaster" Target="/ppt/notesMasters/notesMaster1.xml" Id="R28f7d9808f9c47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48a271b11a43a4" /><Relationship Type="http://schemas.openxmlformats.org/officeDocument/2006/relationships/notesMaster" Target="/ppt/notesMasters/notesMaster1.xml" Id="Rd02f8a1b7f4d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หน้าปกชุดรายละเอียดหน้าจอและฟีเจอร์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สรุปจากหัวข้อหลักในคู่มือและเมนูจริงใน app/views/dashboard/_sidebar.html.erb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อ้างอิงหัวข้อการเข้าสู่ระบบ ภาพจาก F:/ESM_doc/SmartCity/Smart Tambon/Screenshot/Log 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อ้างอิงหัวข้อหน้าภาพรวมเมือง และตรวจสอบ dashboard controller/view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อ้างอิงหน้าแผนที่เมือง และ API layers/water/fire/cctv/activities/projects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และ routes incidents/progress/acknowledge/promote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และ analysis records API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อ้างอิงหัวข้อแผนรับมือและหน้ากฎการประเมินทรัพยากร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Tambon\Screenshot\5_กฎ\1_กฎการประเมินทรัพยากร.JPG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อ้างอิงหน้ากิจกรรมในพื้นที่ และ activities controller/API/layer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อ้างอิงหน้าข่าวประชาสัมพันธ์ และ broadcast programs/broadcasts/TTS routes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อ้างอิงหน้ากล้องวงจรปิด หน้าเว็บผู้ให้บริการแบบ Embed และ cctv_player.js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อ้างอิงหน้าโครงการ และ projects controller/API/model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อ้างอิงหน้านำเข้าข้อมูล และ dataset import drafts/versions/services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Tambon\Screenshot\10_นำเข้าข้อมูล\1_นำเข้าข้อมูล.JPG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อ้างอิงหน้าผู้ช่วย AI และ ai sessions/messages/snippets/query engine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อ้างอิงหน้าจัดการผู้ใช้ และ user model/registrations/admin routes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อ้างอิงหน้าตั้งค่าระบบ ช่องทางแจ้งเตือน เทมเพลต การทดสอบ และ system/organization settings</a:t>
            </a:r>
          </a:p>
          <a:p xmlns:a="http://schemas.openxmlformats.org/drawingml/2006/main">
            <a:br/>
            <a:r>
              <a:t>ภาพหน้าจอ: F:\ESM_doc\SmartCity\Smart Tambon\Screenshot\12_ตั้งค่าระบบ\3_ช่องทางแจ้งเตือน.JPG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public incident reports, organization settings, SMS และ incident tracking routes/views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 workflow ร่วมจากหน้าจอทั้งหมดและความเชื่อมโยงใน routes/services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Tambon\Screenshot\1_ภาพรวมเมือง\2_ภาพรวม(ต่อ).JPG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Tambon\Screenshot\4_ภัยพิบัติ\2_ภัยพิบัติ.JPG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อ้างอิงหัวข้อการออกจากระบบและข้อควรระวังในหน้าตั้งค่าระบบ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268cd05fa4e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7b57707994d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29f6c9acf46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19dbc4b2246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71a8b93934c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eeae74a4d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91D79A-F821-4AA2-BBB9-4FFE6E67D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4B1EEA-74DD-44FA-A9F9-E74F980BB4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4C54E-D34F-4918-836F-3471E06FF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9A3F7-F3F5-4216-93E9-CF0A42B8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4ACE80-0AB7-4A3F-8AE2-A2F186173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45A794-39FA-425D-94C7-67B9F184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7DB551-2A35-4F92-A833-843AD5852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70299C-80D9-4598-8AE2-AB007049C2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21A30-D6C5-4D06-A866-C79F0384E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F57A7-4A16-4080-AFDB-2C8E6EF2D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aa40ed3ed54a15" /><Relationship Type="http://schemas.openxmlformats.org/officeDocument/2006/relationships/slideLayout" Target="/ppt/slideLayouts/slideLayout1.xml" Id="R2835c4c78b7e42f5" /><Relationship Type="http://schemas.openxmlformats.org/officeDocument/2006/relationships/slideLayout" Target="/ppt/slideLayouts/slideLayout2.xml" Id="Rada2a0bb9d4346af" /><Relationship Type="http://schemas.openxmlformats.org/officeDocument/2006/relationships/slideLayout" Target="/ppt/slideLayouts/slideLayout3.xml" Id="R132d66054a8b44b6" /><Relationship Type="http://schemas.openxmlformats.org/officeDocument/2006/relationships/slideLayout" Target="/ppt/slideLayouts/slideLayout4.xml" Id="R558619270da84808" /><Relationship Type="http://schemas.openxmlformats.org/officeDocument/2006/relationships/slideLayout" Target="/ppt/slideLayouts/slideLayout5.xml" Id="R12d4f8acc2804466" /><Relationship Type="http://schemas.openxmlformats.org/officeDocument/2006/relationships/slideLayout" Target="/ppt/slideLayouts/slideLayout6.xml" Id="R37cb29050f17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35c4c78b7e42f5"/>
    <p:sldLayoutId xmlns:r="http://schemas.openxmlformats.org/officeDocument/2006/relationships" id="2147483650" r:id="Rada2a0bb9d4346af"/>
    <p:sldLayoutId xmlns:r="http://schemas.openxmlformats.org/officeDocument/2006/relationships" id="2147483651" r:id="R132d66054a8b44b6"/>
    <p:sldLayoutId xmlns:r="http://schemas.openxmlformats.org/officeDocument/2006/relationships" id="2147483652" r:id="R558619270da84808"/>
    <p:sldLayoutId xmlns:r="http://schemas.openxmlformats.org/officeDocument/2006/relationships" id="2147483653" r:id="R12d4f8acc2804466"/>
    <p:sldLayoutId xmlns:r="http://schemas.openxmlformats.org/officeDocument/2006/relationships" id="2147483654" r:id="R37cb29050f17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39ced40354377" /><Relationship Type="http://schemas.openxmlformats.org/officeDocument/2006/relationships/image" Target="/ppt/media/image.png" Id="R89a445ef47574b05" /><Relationship Type="http://schemas.openxmlformats.org/officeDocument/2006/relationships/notesSlide" Target="/ppt/notesSlides/notesSlide1.xml" Id="R3d472f356eb84a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30cc43cda4e73" /><Relationship Type="http://schemas.openxmlformats.org/officeDocument/2006/relationships/notesSlide" Target="/ppt/notesSlides/notesSlide2.xml" Id="R82bbef6166ea4c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1a64ca28d4b3e" /><Relationship Type="http://schemas.openxmlformats.org/officeDocument/2006/relationships/image" Target="/ppt/media/image.jpeg" Id="Rdc6fd50112b54e46" /><Relationship Type="http://schemas.openxmlformats.org/officeDocument/2006/relationships/notesSlide" Target="/ppt/notesSlides/notesSlide3.xml" Id="R891b24b35c57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4cf56b8bd4e26" /><Relationship Type="http://schemas.openxmlformats.org/officeDocument/2006/relationships/image" Target="/ppt/media/image2.jpeg" Id="Re858dc13591a46ad" /><Relationship Type="http://schemas.openxmlformats.org/officeDocument/2006/relationships/notesSlide" Target="/ppt/notesSlides/notesSlide4.xml" Id="R3ea345fd7121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df0c6175b443e" /><Relationship Type="http://schemas.openxmlformats.org/officeDocument/2006/relationships/image" Target="/ppt/media/image3.jpeg" Id="R4ba72cbb449149af" /><Relationship Type="http://schemas.openxmlformats.org/officeDocument/2006/relationships/notesSlide" Target="/ppt/notesSlides/notesSlide5.xml" Id="Rcc248d37290f48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2e50ace0f4449" /><Relationship Type="http://schemas.openxmlformats.org/officeDocument/2006/relationships/image" Target="/ppt/media/image4.jpeg" Id="Rd35022d3f4e84c73" /><Relationship Type="http://schemas.openxmlformats.org/officeDocument/2006/relationships/notesSlide" Target="/ppt/notesSlides/notesSlide6.xml" Id="R828a659540ce45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7321023f542b7" /><Relationship Type="http://schemas.openxmlformats.org/officeDocument/2006/relationships/image" Target="/ppt/media/image5.jpeg" Id="R5fdcc32e041a47ba" /><Relationship Type="http://schemas.openxmlformats.org/officeDocument/2006/relationships/notesSlide" Target="/ppt/notesSlides/notesSlide7.xml" Id="R5b475cf0042442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cc49f31f642af" /><Relationship Type="http://schemas.openxmlformats.org/officeDocument/2006/relationships/image" Target="/ppt/media/image6.jpeg" Id="Rb69da17449b94586" /><Relationship Type="http://schemas.openxmlformats.org/officeDocument/2006/relationships/notesSlide" Target="/ppt/notesSlides/notesSlide8.xml" Id="R10017e775bcd4a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e602fd0f74936" /><Relationship Type="http://schemas.openxmlformats.org/officeDocument/2006/relationships/image" Target="/ppt/media/image7.jpeg" Id="Rb5b45087cc8a4f33" /><Relationship Type="http://schemas.openxmlformats.org/officeDocument/2006/relationships/notesSlide" Target="/ppt/notesSlides/notesSlide9.xml" Id="R8b8855253da346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755fbf2f14303" /><Relationship Type="http://schemas.openxmlformats.org/officeDocument/2006/relationships/image" Target="/ppt/media/image8.jpeg" Id="Rb5e50013e88f45fc" /><Relationship Type="http://schemas.openxmlformats.org/officeDocument/2006/relationships/notesSlide" Target="/ppt/notesSlides/notesSlide10.xml" Id="R38b24131f8034c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f186a981545b8" /><Relationship Type="http://schemas.openxmlformats.org/officeDocument/2006/relationships/image" Target="/ppt/media/image9.jpeg" Id="R8e68068f589749d1" /><Relationship Type="http://schemas.openxmlformats.org/officeDocument/2006/relationships/notesSlide" Target="/ppt/notesSlides/notesSlide11.xml" Id="Rd648f41a5b5841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8450aed5f4d8b" /><Relationship Type="http://schemas.openxmlformats.org/officeDocument/2006/relationships/image" Target="/ppt/media/image10.jpeg" Id="R3efe23fed6f94220" /><Relationship Type="http://schemas.openxmlformats.org/officeDocument/2006/relationships/notesSlide" Target="/ppt/notesSlides/notesSlide12.xml" Id="R8e4901088fd841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ce362f628484a" /><Relationship Type="http://schemas.openxmlformats.org/officeDocument/2006/relationships/image" Target="/ppt/media/image11.jpeg" Id="Rd089d8cf2df647c1" /><Relationship Type="http://schemas.openxmlformats.org/officeDocument/2006/relationships/notesSlide" Target="/ppt/notesSlides/notesSlide13.xml" Id="R915c49c641c044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4cbbc35884e45" /><Relationship Type="http://schemas.openxmlformats.org/officeDocument/2006/relationships/image" Target="/ppt/media/image12.jpeg" Id="Rdd85d5f10b06480b" /><Relationship Type="http://schemas.openxmlformats.org/officeDocument/2006/relationships/notesSlide" Target="/ppt/notesSlides/notesSlide14.xml" Id="Rbc5a688e9d604d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4aa0e36fc47f0" /><Relationship Type="http://schemas.openxmlformats.org/officeDocument/2006/relationships/image" Target="/ppt/media/image13.jpeg" Id="Raee45d948bea4fdf" /><Relationship Type="http://schemas.openxmlformats.org/officeDocument/2006/relationships/notesSlide" Target="/ppt/notesSlides/notesSlide15.xml" Id="Reba1b660545044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44c7ba9e248b6" /><Relationship Type="http://schemas.openxmlformats.org/officeDocument/2006/relationships/image" Target="/ppt/media/image14.jpeg" Id="R26a7f77530224fcc" /><Relationship Type="http://schemas.openxmlformats.org/officeDocument/2006/relationships/notesSlide" Target="/ppt/notesSlides/notesSlide16.xml" Id="Rc8426a4d0f7d45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d158bb42b34981" /><Relationship Type="http://schemas.openxmlformats.org/officeDocument/2006/relationships/image" Target="/ppt/media/image15.jpeg" Id="R9d193c10012548ed" /><Relationship Type="http://schemas.openxmlformats.org/officeDocument/2006/relationships/notesSlide" Target="/ppt/notesSlides/notesSlide17.xml" Id="R7d08ce64383a4b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6e3d2e9704b72" /><Relationship Type="http://schemas.openxmlformats.org/officeDocument/2006/relationships/image" Target="/ppt/media/image16.jpeg" Id="R7bfd5c93feab468c" /><Relationship Type="http://schemas.openxmlformats.org/officeDocument/2006/relationships/image" Target="/ppt/media/image17.jpeg" Id="R097b4bdbba2c4224" /><Relationship Type="http://schemas.openxmlformats.org/officeDocument/2006/relationships/notesSlide" Target="/ppt/notesSlides/notesSlide18.xml" Id="Rd23f127a2f9945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ff079c4544c70" /><Relationship Type="http://schemas.openxmlformats.org/officeDocument/2006/relationships/notesSlide" Target="/ppt/notesSlides/notesSlide19.xml" Id="R8a64f116c8cd4a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8BC80-8098-4573-852F-AD2C8E57E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445ef47574b05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3717-FBB9-43F8-86CE-B72C9F8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หน้าจอและฟีเจอร์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7648-1BFB-486C-8A7A-5F5ADEB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SMART TAMBON SAFETY THAILAND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3EA9A-4814-4696-89E3-8A92699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คู่มือการใช้งานฉบับนำเสนอ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7A79-3F0B-40ED-BC8A-81ABB319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A1A1-A5F0-4695-AA86-7CE74B1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5206E-4E47-477C-9C11-504F262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สไลด์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ครอบคลุมหน้าหลักและ workflow สำคัญ</a:t>
            </a:r>
          </a:p>
        </p:txBody>
      </p:sp>
    </p:spTree>
    <p:extLst>
      <p:ext uri="{BB962C8B-B14F-4D97-AF65-F5344CB8AC3E}">
        <p14:creationId xmlns:p14="http://schemas.microsoft.com/office/powerpoint/2010/main" val="666258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B913-9E70-4548-A056-8684633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0A58-FD94-457C-B442-8A99C5A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แผนผังหน้าหลักของระบบ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8CDF9-B782-45CF-9963-BE2835E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6AF7-F3A8-4180-B4D4-7B2F9EC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39E6D-46D6-4C29-838A-92814B5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FC1C-A510-468C-A510-C3FB2F8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1E69F-3BB2-4105-87F1-032E7CE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ภาพรวมเมือง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DDBD-3507-419A-8C2C-842C7FA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7611-BFC3-4395-B9DA-4CAD17A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BC4-2F34-4731-A384-15C6086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D555F-E3FB-483F-8B02-3799B52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46061-AF08-44A3-8F3D-5FCD9A6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B60F-8B08-4292-B294-AFF9206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เหตุการณ์ทั่วไป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3F8F-2998-49FB-B6E0-163D67E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A3F0B-16A0-467E-962F-099EC34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6A563-742B-4690-B423-C60200B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ภัยพิบัติ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CF36-7263-411B-B346-84CFAF5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AFE4-ACCA-4698-B39A-A07344F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838EC-B07A-43F1-9961-4685DE2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กิจกรรม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3E846-27A4-43F7-A65A-C88FFFA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40588-77B1-4FA5-B548-407DF7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F03D9-4BDF-4C57-A0CD-47C57B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0C3A8-CFD3-47DA-8D4A-C35948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EF9F-1F8D-407B-AD41-AD46439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D9E7A-CBE2-4878-AAF3-85F9CD9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B7E4C-DB63-454F-B68B-5B6E4CE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8F332-4887-40A5-95CE-79EA3FA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2B8A3-8CFD-4AA1-B57E-73ECB17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โครงการ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3E6AA-01E5-4E82-9C51-E66B0C1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78DA6-74EE-4958-BD45-B4845F3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4AC69-729C-4081-97C3-C883DC9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นำเข้าข้อมูล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A43E2-4A8E-44A0-BDB2-CB3503A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2E087-8E82-4C8D-A193-A71C2A5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7837A-3E67-4492-98FD-0CB131D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DB311-9CD3-417C-AF11-9FFBCF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B15C2-DA41-48D5-B1EA-DCCE4F0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334AE-5261-48A8-8E31-3803534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จัดการผู้ใช้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15D42-2ED8-4F34-9366-B8AE8B5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8C1DC-7EAA-4EB5-9AEF-FFB7712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A519E-43EC-48CF-B7FE-55BE665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ตั้งค่าระบบ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E3FAD-40CB-429C-8BB2-AD019DC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6DCC8-1A0F-446E-9AD6-A6A5879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เมนูที่เห็นขึ้นอยู่กับบทบาทและการตั้งค่าของหน่วยงาน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9707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5F49-1641-4F54-970C-18339BF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เริ่มต้นใช้งาน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B97A-0C59-4661-AE0B-6402A49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การเข้าสู่ระบบและการกำหนดสิทธิ์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A9817-FC4F-404F-8140-45555D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8F67-06B6-43C9-B463-96749C1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2278-5516-44B2-934A-AEAC402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7B3A5-3EC5-4C6C-A35C-7EAB232E4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fd50112b54e46"/>
          <a:stretch xmlns:a="http://schemas.openxmlformats.org/drawingml/2006/main"/>
        </p:blipFill>
        <p:spPr>
          <a:xfrm xmlns:a="http://schemas.openxmlformats.org/drawingml/2006/main">
            <a:off x="609600" y="1524893"/>
            <a:ext cx="6667500" cy="36462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9A66-58C0-42B9-BC59-DBD7D49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8288-1F0C-41D8-8E8F-FCF98BE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4997-1449-4272-87C0-D0B7835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431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กรอกชื่อผู้ใช้งานและรหัสผ่าน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F6A2-4CCB-49C9-9F5D-108E718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A5F1-B0CC-41FE-8517-9068239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ระบบตรวจบทบาทและขอบเขตพื้นที่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FA85-E2E4-4E6C-B1D4-2E1CE20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19059-C42A-482C-9709-5F396C1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90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เข้าสู่หน้าภาพรวมเมืองของพื้นที่ที่ได้รับอนุญาต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28A55-B57A-403D-9DD1-228CF15F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91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FB737-CCE3-4FC8-9FF6-3C1B90B1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148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การเปลี่ยนรหัสผ่านทำผ่านหน้าจัดการผู้ใช้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CAA1-DB8B-4179-9973-FBBF1B0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ภาพจริงจากโฟลเดอร์ Screenshot</a:t>
            </a:r>
          </a:p>
        </p:txBody>
      </p:sp>
    </p:spTree>
    <p:extLst>
      <p:ext uri="{BB962C8B-B14F-4D97-AF65-F5344CB8AC3E}">
        <p14:creationId xmlns:p14="http://schemas.microsoft.com/office/powerpoint/2010/main" val="36636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B5122-5CCA-4D0E-8A68-197C9C3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สถานการณ์ประจำวัน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AE7A4-FA47-4B7A-B810-343EB25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F707-208E-4EBF-ADE6-4A5171D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CA3E-9E50-4D01-830A-B42379E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386C-2FD0-4182-BC86-C6A0E46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25780-59DF-4B66-8E4B-DBC2241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ข้อมูลสำคัญที่รวมไว้ในหน้าแรก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A6ED8-7A78-4637-9AE4-BBF1236F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เหตุการณ์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1E8BF-46F9-49E7-94B8-04D3ABD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 24 ชั่วโมง วันนี้ งานค้าง และงานที่ปิดแล้ว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54B85-9900-4F32-95DA-93AF213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4E57-DC9E-48AC-95C2-2DB7207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สภาพแวดล้อม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C838-D7E5-4AFA-960A-82E0F8EA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พยากรณ์อากาศ PM2.5 อุณหภูมิ และฝน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BE1B-01AA-4681-84CC-8B01F02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73CE-C035-484A-B57A-D05968C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สถานะภัย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B4F13-E721-46F6-AC89-350CCB2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น้ำท่วม ไฟป่า พายุ ดินถล่ม และภัยแล้ง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6AC72-CE1F-4896-BC74-865AC59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2632-1130-42D1-ACD7-4792536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ฐานข้อมูลพื้นที่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FD041-7B53-44B3-9870-4C013F0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หมู่บ้าน ทรัพยากร และทีมปฏิบัติงาน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446C8-6924-45CC-A11B-A18508C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860FC-5585-43FE-9179-BA6B6CB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การปิด popup แจ้งเตือนไม่เปลี่ยนสถานะเหตุ ต้องเปิดเหตุและดำเนินการใน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67B95-8665-455C-9357-EF06063A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66875"/>
            <a:ext cx="5810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25415-567F-43DD-8031-01DE90A54D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8dc13591a46ad"/>
          <a:srcRect xmlns:a="http://schemas.openxmlformats.org/drawingml/2006/main" l="1113" t="0" r="1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1762125"/>
            <a:ext cx="56197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920FE-4885-4EB1-9565-A7D00D6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815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8EA61-DE55-4435-ADDE-8BC29942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</p:spTree>
    <p:extLst>
      <p:ext uri="{BB962C8B-B14F-4D97-AF65-F5344CB8AC3E}">
        <p14:creationId xmlns:p14="http://schemas.microsoft.com/office/powerpoint/2010/main" val="1345742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95633-AC80-47CE-AC2A-6578EB0C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797F0-BDBA-4D1C-B9C5-7966B1A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หน้าแผนที่เมือง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68D2-6792-4E03-849E-0F51103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02FA-E877-41C5-B61E-AA9DEF9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2FD97-696B-4CBC-AE91-CBECF11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D0A3-A580-4B15-8A67-761907B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สามโหมดการใช้งาน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118A-F650-4F33-86C8-748B389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5905-F28A-45D3-A940-43FDA81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2811A-CB79-4714-BA73-A931DF2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เลือกแผนที่ถนน ดาวเทียม หรือ 3D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เปิดปิดขอบเขต สถานี กล้อง กิจกรรม จุดความร้อน และชุดข้อมูล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5A2B-A0B6-4812-82C2-0AAA8E3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DDA8-8AC6-419C-80B6-F391422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วิเคราะห์พื้นที่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99FC4-EE3F-4F7F-9F93-8EFD492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วาดหรือเลือกขอบเขต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ดูประชากร สถานที่สำคัญ ทีม และทรัพยากรในพื้นที่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95B2A-CD52-485D-AE6C-30BA153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0B703-CF9B-406C-9B98-73195CB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จำลองสถานการณ์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0020F-BE50-43DF-ACC4-681EEA7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กำหนดประเภทภัยและพื้นที่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ทดสอบผลกระทบก่อนใช้กับเหตุจริงหรือแผนรับมือ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BCB0-A586-4E41-8EEA-E6A788E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ชั้นข้อมูลที่ปรากฏขึ้นอยู่กับข้อมูลนำเข้า บริการภายนอก และสิทธิ์ของบัญชี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79AF6-9867-46D8-9033-7E61405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6334125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86EEE-BBFD-4AB8-9CD9-8DC97A1A04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72cbb449149af"/>
          <a:srcRect xmlns:a="http://schemas.openxmlformats.org/drawingml/2006/main" l="1680" t="0" r="16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66875"/>
            <a:ext cx="614362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C0515-9FEB-4A3C-A8C7-566CAB89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196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39D63-AF81-4151-BE26-B8100D9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48225"/>
            <a:ext cx="591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818019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B35157-DAAC-4312-B597-4FD2B4B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รับแจ้งและติดตามงาน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61D9-FD90-40A2-8B1A-96DF1A2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หน้าเหตุการณ์ทั่วไป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1A870-A60D-4F9E-941A-75C4CA8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E255-5D37-4892-A378-C48E950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3AD0D-4333-492E-A373-825FBD4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1951-3583-4529-9AB0-0FE9E59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E42C0-50C4-4E68-9119-B8D35A8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D8E3D-1769-44AB-9E05-860146D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CF98-BD51-4676-AF1A-1857569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D486-D30A-4BAA-B1E7-ED68918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0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ประเภท แหล่งที่มา ตำแหน่ง รายละเอียด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A3DAD-CC83-4755-B5A0-089E1ED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AC2C-3C9E-4301-BEF4-24B159E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CECE0-D68C-4E89-B776-9F40B78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8156-BBD7-4A93-84DA-5AAFDDF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E3BE-AB93-4222-9914-682E61B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ตรวจสอบและกำหนดความเร่งด่วน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8C147-2FE1-4FEF-B3D0-9B75D18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40C11-3919-4305-9D71-060ACA2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82EC1-36C0-4D3F-9FEF-30DC7F1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75FA-FDF0-4655-B82B-B325DB9D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22DF-3561-4BF7-94F2-FF29F70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ผู้รับผิดชอบ ทีม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19230-5161-4987-8826-3CDECF08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100AA-F288-459C-9853-5D4EA8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7C09D-2077-4252-8FA3-2085833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6084A-65B7-44F5-B168-BC56AA7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อัปเดต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1736-99A3-4EE6-99D9-2435A18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ความคืบหน้า ภาพ และการใช้วัสดุ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16FF2-587C-428D-84FB-32E2162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2BEFD-1969-40B2-ADFB-B12ADBE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B2717-07BA-4B1B-A4AF-161AA4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เสร็จสิ้น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ECF9B-782D-4A78-8B9B-F4A6459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บันทึกผลและปิดเหตุ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46372-869E-4063-857F-D6A39C7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มุมมองรายการและตัวกรอง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D7D89-E626-4537-9195-B625380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2641F-26B9-456B-82A4-DB92553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ค้นหาด้วยเลขอ้างอิง ชื่อเหตุ หรือสถานที่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00B81-DF98-4AB1-AC7B-470B549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AB52E-BEAA-4F65-8986-AB29400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กรองตามสถานะและระดับความเร่งด่วน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3D381-3C4A-4C61-872F-28E6325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B5671-B256-4AD7-950C-D1E73C1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เปิดรายละเอียด ประวัติ และแผนการตอบสนอง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14BC3-2F3F-4652-AA62-971A958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D238E-5447-473B-A7A5-49CF944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ยกระดับเป็นภัยพิบัติ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437BB-EAEE-4F9E-894B-107D3A4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57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ใช้เมื่อเหตุจำเป็นต้องประเมินพื้นที่กระทบและวางแผนทรัพยากรในระดับภัย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CEA22A-C50C-4DA6-B0B8-AE031FEE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2863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6A2D47-1B8F-4104-9FC1-D3FF5C030F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022d3f4e84c73"/>
          <a:srcRect xmlns:a="http://schemas.openxmlformats.org/drawingml/2006/main" l="1237" t="0" r="1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09562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4EAB59-75DC-4BBE-83EF-D3C07A87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29275"/>
            <a:ext cx="509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79E0AD-E572-4EE8-8EF7-9B7174A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57850"/>
            <a:ext cx="486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รายการเหตุที่รอรับเรื่อง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73209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5960-E1B9-43A5-9F06-E7756C8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เหตุขนาดใหญ่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D8BA-8403-4277-8109-2B95AB8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หน้าภัยพิบัติและการประเมินสถานการณ์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2A5D-ED73-4E90-978F-B89A386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A9D0-20B4-4E20-AD6B-797FD29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331A-C5B4-4362-BDD8-847F4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F84E-4282-4800-84E9-6980EEF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พื้นที่ประเมิน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B758A-CBDE-4FB3-9648-1A8A216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เลือกจากเหตุหรือวาดขอบเขตบนแผนที่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DCD4-702F-420B-8B8F-2DCFB10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074A-ADD2-4189-8F65-4B263FF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คำนวณพื้นที่ ประชากร และสถานที่สำคัญ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9E40-BF39-4223-B4ED-26655C26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ความพร้อม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33DDD-0219-4262-8DB1-874D792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เทียบทีม ทรัพยากร อุปกรณ์ และวัสดุ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F780-0D8B-44B3-B1C5-8E13818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9B44-C55A-4E6C-A0C4-63F218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ผู้ใช้บันทึกผลการประเมินเป็น Analysis Record เพื่อกลับมาตรวจสอบหรือใช้เป็นฐานในการจัดทำแผนตอบสนอง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A1ED-9DED-484E-8A23-71224A4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สถานะเหตุ ผู้รับผิดชอบ และแผนที่ยังคงเชื่อมกับรายการภัยพิบัติ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CF2CE-CFD9-4660-B2DD-675B66A6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71625"/>
            <a:ext cx="5619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C5905-3FE1-4BC1-9855-C4FB4224CA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cc32e041a47ba"/>
          <a:srcRect xmlns:a="http://schemas.openxmlformats.org/drawingml/2006/main" l="1294" t="0" r="1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666875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89EF1-BD65-44E7-8166-DF65287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9102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5A6E0-A293-4A90-AD81-CC1C9AB9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1960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ประเมินสถานการณ์ภัยพิบัติ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195983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F190D-EA4B-4BBF-A016-F50EF61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8135A-697F-4F9C-B3B8-DB3374E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แผนรับมือและกฎการประเมินทรัพยากร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442C-72C6-411B-BF38-104151C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26088-4AA0-478D-86DC-75F0CDC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06296-370E-4B9C-A158-6FAF343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C223-70C7-4AF8-9786-70443FE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18E4-6EC7-4540-B0C0-C68C8DF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4320-58E0-4EE0-95D7-6F4F05A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ค้นหาและกรองตามประเภทภัย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กำหนดฉบับร่างหรือพร้อมใช้งาน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3AEF-B9BF-43D4-9342-EDC8411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28FF-ACA3-4426-B0CC-374075B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B20E-9D5B-4F3F-9E28-BE75078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กำหนดเงื่อนไขของภัย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คำนวณจำนวนที่ต้องใช้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เปิดปิดกฎตามพื้นที่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4FC67-E03C-47B5-943A-93331AB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ผลการเปรียบเทียบ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8D71-8DAA-4618-8A0F-B27A16C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E7B0-2393-4585-B4EC-F3668AB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แสดงต้องใช้ พร้อมใช้ และส่วนขาด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ใช้วางแผนจัดหาและประสานหน่วยงาน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E0D34-BB5F-4B0D-93D0-AA3265C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สูตรควรอ้างหน่วยและข้อมูลพร้อมใช้ให้ตรงกับชุดข้อมูลนำเข้า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F4348-54D4-40CE-9FBE-9DBC1F1B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6953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8ED80-4077-487B-B612-70657D61A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da17449b94586"/>
          <a:srcRect xmlns:a="http://schemas.openxmlformats.org/drawingml/2006/main" l="220" t="0" r="2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143125"/>
            <a:ext cx="676275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30E6F-B06B-49AA-8DF5-CF4831B3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C9E3D-6E90-452D-AF79-4AAE150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62600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รายการกฎการประเมินทรัพยากร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1404124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8DE3B-D93F-4A8D-BFDC-36C5969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บริหารกิจกรรม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68AD6-0A7C-4DD1-BE51-736BF40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หน้ากิจกรรมในพื้นที่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45F2D-06F9-443E-9D16-1F391B5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15D9-7EC0-4FC5-A25F-C89EF2A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000C-8668-4893-ABA2-3464CD2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12B09-310C-4B3B-BF54-6A40F22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ข้อมูลที่บันทึก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950C3-C80D-494C-A95E-43455A98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F537-9F78-4277-8CA6-667D4D0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3837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 ประเภท ช่วงเวลา และสถานที่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E237-F59E-48D8-B764-536FD15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3AB7-B04A-4FA8-8127-08E6B8A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จำนวนผู้เข้าร่วมและผู้ประสานงาน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5E6F4-8F53-448E-8624-9158F6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DDF0E-8E67-420D-A662-2B7C5D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1472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C2665-9277-452E-93E2-1AFB0E8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4CDF-B559-49B5-B861-520A7EE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5290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สถานะรอรับเรื่อง กำลังดำเนินการ หรือสิ้นสุด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89A9-A5CC-4AD1-9B36-1F7129A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91E08-E49A-431E-8343-9F99260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การใช้งานร่วมกับแผนที่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E8AA-8F5E-4B60-85BB-FC557DE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กิจกรรมที่มีพิกัดจะแสดงเป็นชั้นข้อมูล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ช่วยตรวจสอบความหนาแน่นของคนและเหตุที่อาจกระทบพื้นที่จัดงาน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67CD2-6DFD-4A8C-A932-539ED22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เจ้าหน้าที่รับทราบกิจกรรมได้จากรายการและสถานะแจ้งเตือน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92A7F-D637-437E-B627-04B52014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81625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D158B-A757-4EF2-828E-1E0754490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45087cc8a4f33"/>
          <a:srcRect xmlns:a="http://schemas.openxmlformats.org/drawingml/2006/main" l="1140" t="0" r="1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809750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42746-AC1A-4732-9789-1D8A0BC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DDF49-BFF9-40D4-92A3-1EF0CA9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40799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2595E-73E1-403D-8CE1-DA9B01BA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สร้างและเผยแพร่ข่าว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49042-AF90-497A-9D53-D8886F6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หน้าข่าวประชาสัมพันธ์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1A1E-9824-4FDD-A5FB-11BDD36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4816-4744-4D7A-8129-BA413F6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3E09-CC29-4E8D-AFA1-1C15A561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9E70-A563-4B24-B53F-99A3551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D8EDD-6590-4EC9-9DF1-E1A3A7E4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4D71-3266-4E32-A70A-25A44AA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C1C9-A60A-4E87-BFD3-0D83B89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0063-9429-424B-A7A4-4CDDCA7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 กิจกรรม หรือข้อมูลหน่วยงาน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2374A-8C24-4608-9024-19F05FC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953D-FCA7-4ADB-85BE-E6CB0F7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3BFD7-C155-4885-AECA-7AD23C5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2F33-BF77-4B77-9177-DEC74F6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สร้างเนื้อหา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48A57-905C-4C71-8BC3-E54C1C1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หัวข้อ ประเด็นสำคัญ และบทอ่าน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DD13-7765-4A19-9CB7-7A2981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00DF-7A40-4E41-A7E1-978D1AC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73734-2955-46B4-8A44-E1AD16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6A95-CF2A-4AA2-B5C0-C86EC75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ตรวจแก้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C1527-FBB9-42F3-9896-E80784E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แก้ข้อความก่อนเผยแพร่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FDB56-DA91-48AE-A142-169711E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FF5E6-3979-4514-89D4-8DD98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3969-E1E9-4662-9A38-961841E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E2BDC-57C6-4EFD-9C7A-C55CF5A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สร้างสื่อ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7069-DE36-4F87-81B0-52AD82F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เสียงหรือภาพข่าวตามผู้ให้บริการ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E96F9-06B1-49FD-A775-F22F162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545DE-4801-4668-9D4F-3ACD69A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B01BE-EF70-4364-B75C-99AEBA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เผยแพร่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7D88-7B03-4518-A4DD-789D3C3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ส่งผ่านช่องทางที่ตั้งค่าไว้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18384-A2A3-4E27-A099-C3DF775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895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11C4D-1D26-484F-B63B-03D08C0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การใช้ AI และเสียงขึ้นอยู่กับผู้ให้บริการที่ผู้ดูแลระบบเปิดใช้งาน การเผยแพร่ขึ้นอยู่กับสิทธิ์และช่องทางของหน่วยงาน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6EA5A-E0D1-474B-B2E9-EF834E0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914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EFE168-B217-4D1D-A60A-52A2E6AEF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50013e88f45fc"/>
          <a:srcRect xmlns:a="http://schemas.openxmlformats.org/drawingml/2006/main" l="0" t="24225" r="0" b="2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3286125"/>
            <a:ext cx="8953500" cy="2524125"/>
          </a:xfrm>
          <a:prstGeom xmlns:a="http://schemas.openxmlformats.org/drawingml/2006/main" prst="roundRect">
            <a:avLst>
              <a:gd name="adj" fmla="val 3019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C69392-2FEA-403D-9824-D646B432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96EC5E-BD93-410C-AED4-F0DD0C56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14975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รายการข่าวประชาสัมพันธ์</a:t>
            </a:r>
          </a:p>
        </p:txBody>
      </p:sp>
    </p:spTree>
    <p:extLst>
      <p:ext uri="{BB962C8B-B14F-4D97-AF65-F5344CB8AC3E}">
        <p14:creationId xmlns:p14="http://schemas.microsoft.com/office/powerpoint/2010/main" val="638867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D4364-E4CC-4A4F-9284-1A7EDF9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CCTV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195D-2FD7-4E3F-B0AA-172616F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หน้ากล้องวงจรปิด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6467-A2D3-4FBC-AA59-18059CD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1583-0491-4FE6-A74D-F6B91AD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6D05-4959-4870-972C-8A2C1CE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6891-040C-42BC-917E-70BD562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ลงทะเบียนกล้อง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00C5-8990-4655-8700-11249B7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1946-F2F2-4A49-BB7C-42C8483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336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ชื่อและรหัสกล้อง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2BD39-6D77-4D81-8428-CB066AD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0B0D-61A2-442B-8850-DD64641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813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4B6A-0152-404B-921C-FA057F7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8EB60-9855-4065-A03E-AF2A891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290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URL สตรีมและวิธีเปิดดู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88930-0998-420F-81DB-A8ADA82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เปิดดูภาพ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D553D-8E2B-45D9-B93E-8B5453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B6BA2-CDF2-40F1-A7DB-B9EE53C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336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เปิดจากหน้ารายการ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04AAC-8D75-4E61-9A29-1BC478B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087B-9E8F-44A8-AF88-129A905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แสดงตำแหน่งเป็นชั้นข้อมูลบนแผนที่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C6019-E2CC-4C7F-963B-69CA793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D1454-D376-4145-B560-68C71EE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290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รองรับหน้าเว็บผู้ให้บริการแบบ Embed ตาม URL ที่กำหนด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C6B4A-36C6-4AEF-9081-A558DA2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CEAAB-97DD-4C5B-9F9A-BB47012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9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การเปิดภาพจริงขึ้นอยู่กับรูปแบบสตรีม สิทธิ์เข้าถึง และข้อกำหนดของผู้ให้บริการกล้อง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516E9-01B7-494B-BAB4-4C7A0210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62388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92D32-8312-4E99-B6B5-3C860214E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8068f589749d1"/>
          <a:srcRect xmlns:a="http://schemas.openxmlformats.org/drawingml/2006/main" l="1089" t="0" r="1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666875"/>
            <a:ext cx="6048375" cy="3381375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8A7D3-9FEA-4DFC-800C-2EE5C03B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604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A0F78C-3117-4D6A-AE41-DFC94FDC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52975"/>
            <a:ext cx="5819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941694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1FE02-6E7A-45B5-9487-4DDC2C0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ติดตามแผนพัฒนาพื้นที่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460A-5051-4A58-97D8-EEC0DE5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หน้าโครงการ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49AF-5CA1-4B6F-B6EF-C78530B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9809-E465-41C8-B395-9167AC0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C18F-396A-4B1F-AF21-6E4074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D1D59-A707-4B94-B51F-24946C1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ข้อมูลโครงการ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6606-6581-455C-87B2-93A2EF1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3AE8-1726-46B0-8BD0-58A10268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ปีงบประมาณ งบประมาณ และหน่วยงานรับผิดชอบ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13AA-CF50-456B-8D1D-1AFEFB2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F5E67-1182-4B6C-A396-29755A6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ผลการอนุมัติ สถานะ และความคืบหน้า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C37C-7577-4D9E-B2A3-1619DE9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334EB-9E1C-489D-B988-0D67F23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85C86-1829-437D-94D4-F8B9FAD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3704C-5042-4F1F-A635-B0B1A7D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มุมมองบริหาร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CCC4-B39A-4118-90FA-C66D7CA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1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งบประมาณ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6AF7-F294-4CFE-ACCB-FCB081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สรุปตามโครงการและปี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75BC-45E6-46E3-89EA-3E7DC8D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01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ความคืบหน้า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A4AB-5878-4B1B-B12E-10C75EC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6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ติดตามสถานะการดำเนินงาน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FFE9E-1021-43AA-8AD1-D6E47B8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38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โครงการที่มีพิกัดสามารถแสดงบนแผนที่เมือง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DBE89-9C37-4E31-840D-60CDFEA0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419BA6-C73E-4BA2-9CBB-864C8F63E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e23fed6f94220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1925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77B29-E540-4BF9-8F84-4FE1074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244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C8E90-D180-4DED-BEBE-0E1D3965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5297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งบประมาณและรายการโครงการ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208698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21BF9-52E3-40D8-A1D7-A4275F1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จัดการข้อมูลหน่วยงาน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F5D9-65DF-46D2-B94A-B54B0D3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หน้านำเข้าข้อมูล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68C2F-B76D-4315-A29C-621C2F4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2AC1-466C-4F2D-B3F3-CACE4B4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B0DB9-E0D4-4497-82CB-7048A7D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0804-4CC8-4774-8C76-1DB39C3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6290-0347-4F60-8E8A-C821E7E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DBD1-03DC-4D84-AD67-B9868C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B7874-1B7F-483D-9148-00C7EEA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เลือกประเภท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49709-4423-41D9-A7AA-17B6292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7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ทีม บุคลากร ทรัพยากร หรือข้อมูลเฉพาะ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6C56-33A6-4BA0-AECA-6110F8D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1839-BC90-4E6D-9B48-8EE320A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8DA9F-AE94-4A64-B75F-957B88B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04EB-098B-449C-8F9F-4E74462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เพิ่มข้อมูล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F91DF-13B9-41F0-9861-C12262F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กรอกเองหรืออัปโหลดไฟล์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E9347-4F87-47FA-9062-25003C7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FC2E-FDB9-45BE-9F2E-5D7DAB9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BCFD5-B599-4EC7-80CC-4DF8C18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49BCB-28D1-4170-9BB5-9E9677B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AA99F-0BE9-400B-8C08-57221F4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ดูตัวอย่าง จับคู่คอลัมน์ และแก้ข้อผิดพลาด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DA6B-D9DC-437E-BDAF-24FD964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317C-0B4E-4210-99A8-CF056AF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552E-3EFE-4721-89B7-524520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C9E4B-1F91-4855-9C86-9A6F362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บันทึก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75D6-DD3C-47EA-BAED-8C3B97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เลือกเพิ่ม แทนที่ หรือสร้างรุ่น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ED13D-A9B2-4BC8-83C0-DC3D9D2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91703-73B0-4984-BCB4-CA6CBF5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EF9FF-91A5-4E42-8062-F2C9617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A3151-C9C2-45CF-88A0-0A7E0E9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 Version ประวัติ และดาวน์โหลดต้นฉบับ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17C46-9136-454E-8FF8-EE2A7040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รูปแบบเชิงพื้นที่รองรับ KMZ, KML, GeoJSON และ Shapefile ที่มีองค์ประกอบครบ โดยควรใช้ WGS84 หรือ EPSG:4326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CD055-99D6-4D96-8EB2-52D9D3E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ข้อมูลที่นำเข้าจะเชื่อมกับ dashboard การประเมิน และรายการเลือกทรัพยากร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8BB12-4AFD-4762-A7B9-597FC725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619125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0D541F-C1A9-4F3C-8297-281A7FB28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9d8cf2df647c1"/>
          <a:srcRect xmlns:a="http://schemas.openxmlformats.org/drawingml/2006/main" l="0" t="5737" r="0" b="5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3000375"/>
            <a:ext cx="600075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290A69-5423-44A2-A1DB-20772FF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81650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2399D2-DC46-46FE-B8DE-AA49196A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10225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หน้าจัดการชุดข้อมูลและรุ่นข้อมูล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61404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1D05D-4B34-4916-8F2C-9BDE7BB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ถาม วิเคราะห์ และเก็บผลลัพธ์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35B1-F7EB-4436-9224-D0E56F63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หน้าผู้ช่วย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FDF6-AE64-4396-AA98-16D4E0B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D7A9-C064-4404-B084-42CCA38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C7EB-38C7-4AF6-8666-08A2479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5EDF9-286D-4A4F-AB90-F686142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สิ่งที่ผู้ใช้ทำได้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CA2B-1C8F-4428-BB86-24C6C87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66D9-E107-4F63-8E5A-C45FB04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ถามข้อมูลเหตุ ภัย กิจกรรม โครงการ และสิ่งแวดล้อม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7C30-8697-40DC-B164-B750FF6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834B-ECD8-4643-8D7F-0826046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ขอผลลัพธ์เป็นข้อความ ตาราง ตัวชี้วัด หรือกราฟ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2CBE-BD14-4654-8C35-4F6A053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B846-B6DB-41D9-9EF6-70E68FD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บันทึกคำถามเป็น Snippet และรันใหม่ด้วยข้อมูลล่าสุด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B2D0-F77F-4EE3-B6D6-55DF203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B99A8-B507-4B03-9B27-89D2B33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พิมพ์หรือบันทึกผลเป็น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FC262-161A-49FE-A93B-DE59496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BFB25-CFAE-45CF-B790-9E19075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หลักการสิทธิ์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C6E6-4097-4B74-BBE4-F7F0A1A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ใช้เฉพาะข้อมูลที่บัญชีมีสิทธิ์เข้าถึง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ผู้ดูแลระบบกำหนดผู้ให้บริการและโมเดลที่เปิดใช้งาน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DF6C4-C509-4B90-B7C7-D18CD1E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ผลวิเคราะห์ที่บันทึกควรตรวจเวลาอัปเดตก่อนนำไปใช้ตัดสินใจ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6423C-2492-4AF4-90A5-DAB80BD0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5953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261B9-1476-42E5-893D-60FF79BBB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5d5f10b06480b"/>
          <a:srcRect xmlns:a="http://schemas.openxmlformats.org/drawingml/2006/main" l="1344" t="0" r="1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714500"/>
            <a:ext cx="5762625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B5AE1-AE0C-4167-80E1-4FE33A0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576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D0863-D6E6-4BF9-9FD0-1A61A1BD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57725"/>
            <a:ext cx="5534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หน้าสนทนาและผลวิเคราะห์จากผู้ช่วย AI</a:t>
            </a:r>
          </a:p>
        </p:txBody>
      </p:sp>
    </p:spTree>
    <p:extLst>
      <p:ext uri="{BB962C8B-B14F-4D97-AF65-F5344CB8AC3E}">
        <p14:creationId xmlns:p14="http://schemas.microsoft.com/office/powerpoint/2010/main" val="1825152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8DD56-89BD-405A-BD97-DEA38CF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บัญชี บทบาท และพื้นที่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3BD6E-A786-4BE0-B17A-74952E0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หน้าจัดการผู้ใช้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2382-5477-4E95-ADAC-10815B8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9135-C06B-43FE-B3F4-1586D21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DF69C-BAC9-4358-9B71-F11B0FF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091F-2A8B-4804-8729-39FDF0B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13E2-F0EE-49BB-A162-AC1DD46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6A83-A464-4ED6-A738-5C29060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กำหนดชื่อผู้ใช้ รหัสผ่าน บทบาท และขอบเขต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EDD21-BF8A-4C7A-9E2D-9F44748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เลือกพื้นที่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286B-319D-478F-AB3E-6528995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7D7CD-5A4B-4409-90E6-129047B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เลือกตำบลหลายพื้นที่ หรืออัปโหลดไฟล์ขอบเขต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40D32-A75A-4429-ACE9-06CEBD6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แก้ไขและลบ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606B-BC73-4B56-9F21-5CAC30A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012B-CCD7-471E-BB8B-F395A4F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เปลี่ยนสิทธิ์ พื้นที่ หรือรหัสผ่าน พร้อมข้อจำกัดผู้ดูแลคนสุดท้าย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5953-97A2-4761-A003-2B9CDB5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866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2119-1DA0-499B-8263-8417BD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ผู้ดูแลประจำ อบต. จัดการเฉพาะบัญชีในหน่วยงาน ส่วนผู้ดูแลระบบส่วนกลางจัดการได้ทุกหน่วยงาน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89DDA-F1D6-431E-932D-0AA40237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C8D15-C0E6-40C0-812E-7FD99AD75C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45d948bea4fdf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209550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B40C4-75BD-4286-AA85-4F85D71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8CA93-209C-45DC-9D42-350C2CE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2922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รายการผู้ใช้และสิทธิ์ของหน่วยงาน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446136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1555E-6F2F-455C-B3AF-7DA32AE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การกำหนดค่าการทำงาน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3AA0-4720-4975-A422-2ED863B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หน้าตั้งค่าระบบและการแจ้งเตือน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D6F1-C03E-4BCC-A731-721DE2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EC5A9-1B4A-4935-85AA-6977D2B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78E3-3DC8-4178-B71B-E429BA5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F1EB-D94E-4F56-A1C3-DA489E7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ระดับหน่วยงาน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2D72-D37B-446D-B65C-BECF330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ข้อมูลหน่วยงาน โลโก้ การแจ้งเตือนในระบบ ค่าเริ่มต้นแผนที่ และลิงก์แจ้งเหตุ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4B6F-3D72-4BC5-88B8-881D7D7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56FC-7804-4384-9366-ABE3DE4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ช่องทางและข้อความ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53DF1-15EC-4ACB-B724-EAF1794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 หลายกลุ่ม แท็กที่รับ เทมเพลต ตัวแปร และหน้าทดสอบการส่ง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CA6C1-1102-4542-91AA-24A1ACE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581B-7465-45BA-A3BD-A099CE0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ระดับส่วนกลาง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F7A46-755A-4174-8BD6-3E626EA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ชื่อระบบ คีย์แผนที่ การลงทะเบียน สถานะระบบ ผู้ให้บริการ AI เสียง และ 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0BFE-F45A-4D73-8122-8869F27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20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56DC-497E-4CB7-B61B-BF43C6B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ประวัติการส่งล่าสุดแสดงเวลา ช่องทาง แท็ก ที่มา ผลการส่ง ผู้ดำเนินการ และข้อความ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377E9-0C57-4E07-AD3B-767D8EE3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57626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DD8A7-C010-46D4-AEA7-97638F814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7f77530224fcc"/>
          <a:srcRect xmlns:a="http://schemas.openxmlformats.org/drawingml/2006/main" l="1527" t="0" r="1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A264D-7432-4550-9A5A-992EDEC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557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127F5-4373-45D8-A608-C3C239DA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43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ตั้งค่าช่องทางแจ้งเตือน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718627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5C9C9-8CA3-44A6-88B7-79CAB1E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ช่องทางประชาชน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B991B-601B-4F46-88CF-D3751F1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การแจ้งเหตุสาธารณะและการติดตามผ่าน 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4EE0-3FF2-4585-93C8-FA76FF8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53DD-F7A6-4166-9820-11CBE93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E9EE7-FCAE-40DC-9863-50B5338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7576-CD0B-4E80-929C-6DCE381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3930-52CD-4CB5-B089-969C8FF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33EC7-D41C-4667-977F-237D00F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ECF66-6E69-406E-8730-FECC048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เปิดลิงก์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C389-FC63-481A-BB44-3EE55E6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ประชาชนเข้าผ่าน URL ของหน่วยงาน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0DC4-38DD-4018-947A-D664F8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EB11-500C-4394-8BB5-4F325AF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4136-9414-40EF-91D1-111577A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62D4-412B-40BA-8EC7-13AECF0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กรอกเหตุ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CAFB5-AF4A-4CCB-B35D-E1B08A6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รายละเอียด ผู้แจ้ง ภาพ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51AB9-045C-4EED-81FD-B6F0E4A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18A87-CCE7-4859-809A-C8106CE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B14B8-F310-40ED-9979-880CC0E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25731-A9DA-4C4E-9EE1-DC6D674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รับเลขอ้างอิง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DAA00-7AB5-4E00-B629-FFEA816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ระบบสร้างรายการเหตุให้เจ้าหน้าที่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4728-A75D-449B-9B22-690F949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0641E-9D4E-4C34-9789-DDB81AC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A8C99-C5C8-4DD3-B016-947B52E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70E63-2DD7-4FF0-AE7E-A1C31F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ส่งลิงก์ติดตาม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08CE-504F-4626-8BCE-8F09E8E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SMS แจ้ง URL แบบ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F4AB9-8B19-4FDD-A958-AE17455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2AF96-8E16-4881-9EB2-5510658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6EE22-7A48-4C10-8BCC-71FAF5A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45220-6D02-4895-9EE2-2392463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ดูสถานะโดยไม่ต้องเข้าสู่ระบบ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F857F-9515-4EB9-9A4A-E5460F1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242BF-C1BD-4FA5-894B-5DF5FFE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ผู้ดูแลสามารถปิดการรับแจ้ง เปลี่ยนข้อความแนะนำ และสร้างลิงก์ใหม่เมื่อสงสัยว่าลิงก์เดิมรั่วไหล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09939-0EF6-48B7-ADC2-45B40F4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53816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7956C9-ABB3-4396-8004-2DF1F29E85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93c10012548ed"/>
          <a:srcRect xmlns:a="http://schemas.openxmlformats.org/drawingml/2006/main" l="326" t="0" r="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048000"/>
            <a:ext cx="519112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EAE83-57CC-4FBC-9E7B-AF08FC41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77875B-A832-4662-A85D-9549B87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10225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แบบฟอร์มแจ้งเหตุสาธารณะ</a:t>
            </a:r>
          </a:p>
        </p:txBody>
      </p:sp>
    </p:spTree>
    <p:extLst>
      <p:ext uri="{BB962C8B-B14F-4D97-AF65-F5344CB8AC3E}">
        <p14:creationId xmlns:p14="http://schemas.microsoft.com/office/powerpoint/2010/main" val="2141440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E0ACA-E1AA-4880-9490-08EEF93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การทำงานร่วมกัน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3D759-09C8-454A-A442-D74B035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Workflow หลักตั้งแต่รับข้อมูลถึงสื่อสารผล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1D58-A554-4143-968A-DDA0A57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06E6-1685-49C1-BE33-7DEC3C0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A5CF-706C-4FCF-BAAD-14AA627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1A3D-E429-47D1-AE7A-2278775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B390C-C32A-468E-A02B-40A3718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1994-87ED-410D-82AA-A1DE543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E66A-CB9F-4AF1-B6FF-37824FB8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ข้อมูลเข้า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3E92-29CA-4402-96E9-2E36ADB7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แจ้งเหตุ เซนเซอร์ ไฟล์ และข้อมูลเจ้าหน้าที่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11C2-1651-4FBF-B9C7-57B75E0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06F73-124B-4075-9EF6-7EB4065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8D4AB-7FCC-4A25-8C15-3AC9391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A9D9-457F-4BCC-A7C1-0B36CD3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78B1-535D-483C-B780-1915F31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สิทธิ์ คุณภาพข้อมูล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8AA1C-33DA-4B02-A95C-A6F6C5D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9D762-A848-47F5-B704-2C5CAF8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FE0DA-8DF6-4DFA-91AC-82FCBCD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41AD7-39BD-49A6-83FF-55793F2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ปฏิบัติการ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64CCE-64DC-4DA1-A9B2-C4A4815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5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ประเมิน และจัดทรัพยากร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B41E4-FB9F-4520-A790-A3B226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1BB40-1D32-417F-B31D-CF4262D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A85F7-B4E5-4FE4-A15B-15EC574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3153-961A-43AD-BB55-96BF076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B30BE-3C91-43FD-8F9C-42D6F7C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ประวัติ Version และผลวิเคราะห์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3C74B-630D-4661-90DA-34BF80D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DECB6-37FA-48FA-9417-568FFAD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06EFC-89F1-4DF5-A111-81E83D2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63C19-03B5-4393-94B3-ED589AC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SMS ข่าว เสียง และลิงก์สาธารณะ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6746F-4B2C-4F48-B168-3D28388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หน้าจอแต่ละส่วนเชื่อมกันผ่านข้อมูลพื้นที่และสิทธิ์ของผู้ใช้ จึงควรตั้งค่าขอบเขตและชุดข้อมูลพื้นฐานก่อนเริ่มใช้งานจริง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F921E-283E-4E9A-B42C-54F1C49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ตรวจสอบแหล่งข้อมูลและเวลาที่อัปเดตก่อนใช้ตัดสินใจทุกครั้ง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EF428F-9D39-4D2F-93CF-E24CB894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B6D43F-2B59-4967-8B2C-ECBD67D78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d5c93feab468c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637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8DB09-8DF7-44A3-8ED8-CDEA2FFF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ข้อมูลพื้นฐานและทรัพยากร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56F57A-F260-4DF0-88A3-EA28A75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ACC448-16F4-41E6-8DA3-552D1E199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b4bdbba2c4224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CC431-D452-4414-9FF8-2DE22505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รายการภัยพิบัติ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428444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1EBC-6C1E-43CB-A1F6-5778C0B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จบการใช้งาน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FA01-5631-4874-8D29-5D581C4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การออกจากระบบและข้อควรระวัง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F43F-5732-4314-AEE0-F6144E1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1BDC-29C7-45B5-814D-D77C066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92CA-9A1A-4456-8946-746B900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092F-EA9C-433F-9764-8EE7D4E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ก่อนออกจากระบบ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4EB66-CE0A-4A8C-BE74-BFA6A75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427F7-A4FA-49EB-B9E2-DE08B94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บันทึกข้อมูลและตรวจสถานะงานที่กำลังแก้ไข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C269E-A543-4340-998F-A1BFFA6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C3AE4-A8D8-4459-9F0C-11E9324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003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ตรวจชื่อบัญชีที่ใช้งานอยู่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62210-1217-4523-B958-1C2A1BA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BF9F0-0365-4D61-A94A-2A40DAD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671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เลือกออกจากระบบจากเมนูด้านซ้าย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533E-77AB-43B8-9888-7C065AFF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C3A42-E9B8-488F-B2D4-C948F2A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338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ปิดเบราว์เซอร์เมื่อใช้เครื่องสาธารณะ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B011-DACC-4C27-AFE0-C3241A2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175CB-4673-4A15-BB2C-02567CD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ข้อควรระวังของผู้ดูแล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92E6-A1F7-4687-835B-0F35132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การเปลี่ยนคีย์บริการ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ลิงก์สาธารณะ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ผู้ให้บริการ AI หรือเสียง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และการเผยแพร่อัตโนมัติ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อาจกระทบหลายบัญชี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2613F-33A1-4BE2-9C13-53A42AD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ควรทดสอบบริการที่เกี่ยวข้องหลังบันทึกการตั้งค่า</a:t>
            </a:r>
          </a:p>
        </p:txBody>
      </p:sp>
    </p:spTree>
    <p:extLst>
      <p:ext uri="{BB962C8B-B14F-4D97-AF65-F5344CB8AC3E}">
        <p14:creationId xmlns:p14="http://schemas.microsoft.com/office/powerpoint/2010/main" val="834803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2026-10-28T23:35:17.6130000Z</dcterms:created>
  <dcterms:modified xsi:type="dcterms:W3CDTF">2026-10-28T23:35:17.6130000Z</dcterms:modified>
</coreProperties>
</file>