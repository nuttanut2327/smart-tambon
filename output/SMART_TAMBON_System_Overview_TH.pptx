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0f2617dc04c1c" /><Relationship Type="http://schemas.openxmlformats.org/officeDocument/2006/relationships/extended-properties" Target="/docProps/app.xml" Id="Rb7c27ed3f5f64a73" /><Relationship Type="http://schemas.openxmlformats.org/officeDocument/2006/relationships/officeDocument" Target="/ppt/presentation.xml" Id="R7a4e95711b2f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3babd3cfe4833"/>
  </p:sldMasterIdLst>
  <p:notesMasterIdLst>
    <p:notesMasterId xmlns:r="http://schemas.openxmlformats.org/officeDocument/2006/relationships" r:id="Rfdfa2ede90b84cb6"/>
  </p:notesMasterIdLst>
  <p:sldIdLst>
    <p:sldId xmlns:r="http://schemas.openxmlformats.org/officeDocument/2006/relationships" id="256" r:id="Rfd82aba322a04161"/>
    <p:sldId xmlns:r="http://schemas.openxmlformats.org/officeDocument/2006/relationships" id="257" r:id="R88101c9fc8c94105"/>
    <p:sldId xmlns:r="http://schemas.openxmlformats.org/officeDocument/2006/relationships" id="258" r:id="R3a4b92854e6d4b03"/>
    <p:sldId xmlns:r="http://schemas.openxmlformats.org/officeDocument/2006/relationships" id="259" r:id="R86e56cae6d5b4b27"/>
    <p:sldId xmlns:r="http://schemas.openxmlformats.org/officeDocument/2006/relationships" id="260" r:id="R85be341151594882"/>
    <p:sldId xmlns:r="http://schemas.openxmlformats.org/officeDocument/2006/relationships" id="261" r:id="R0c58cb6d5627483b"/>
    <p:sldId xmlns:r="http://schemas.openxmlformats.org/officeDocument/2006/relationships" id="262" r:id="Ra73d77737c724ec4"/>
    <p:sldId xmlns:r="http://schemas.openxmlformats.org/officeDocument/2006/relationships" id="263" r:id="Rcefc94b09ce04cac"/>
    <p:sldId xmlns:r="http://schemas.openxmlformats.org/officeDocument/2006/relationships" id="264" r:id="Rd6b3fca74f3a41cf"/>
    <p:sldId xmlns:r="http://schemas.openxmlformats.org/officeDocument/2006/relationships" id="265" r:id="R4de9f2e989e44337"/>
    <p:sldId xmlns:r="http://schemas.openxmlformats.org/officeDocument/2006/relationships" id="266" r:id="R7e07b5ed9bf94f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5ffb4b4614e1d" /><Relationship Type="http://schemas.openxmlformats.org/officeDocument/2006/relationships/slideMaster" Target="/ppt/slideMasters/slideMaster1.xml" Id="Rd683babd3cfe4833" /><Relationship Type="http://schemas.openxmlformats.org/officeDocument/2006/relationships/notesMaster" Target="/ppt/notesMasters/notesMaster1.xml" Id="Rfdfa2ede90b84cb6" /><Relationship Type="http://schemas.openxmlformats.org/officeDocument/2006/relationships/presProps" Target="/ppt/presProps.xml" Id="R667c1599d77d48b2" /><Relationship Type="http://schemas.openxmlformats.org/officeDocument/2006/relationships/tableStyles" Target="/ppt/tableStyles.xml" Id="R825bb7e80b04429b" /><Relationship Type="http://schemas.openxmlformats.org/officeDocument/2006/relationships/slide" Target="/ppt/slides/slide1.xml" Id="Rfd82aba322a04161" /><Relationship Type="http://schemas.openxmlformats.org/officeDocument/2006/relationships/slide" Target="/ppt/slides/slide2.xml" Id="R88101c9fc8c94105" /><Relationship Type="http://schemas.openxmlformats.org/officeDocument/2006/relationships/slide" Target="/ppt/slides/slide3.xml" Id="R3a4b92854e6d4b03" /><Relationship Type="http://schemas.openxmlformats.org/officeDocument/2006/relationships/slide" Target="/ppt/slides/slide4.xml" Id="R86e56cae6d5b4b27" /><Relationship Type="http://schemas.openxmlformats.org/officeDocument/2006/relationships/slide" Target="/ppt/slides/slide5.xml" Id="R85be341151594882" /><Relationship Type="http://schemas.openxmlformats.org/officeDocument/2006/relationships/slide" Target="/ppt/slides/slide6.xml" Id="R0c58cb6d5627483b" /><Relationship Type="http://schemas.openxmlformats.org/officeDocument/2006/relationships/slide" Target="/ppt/slides/slide7.xml" Id="Ra73d77737c724ec4" /><Relationship Type="http://schemas.openxmlformats.org/officeDocument/2006/relationships/slide" Target="/ppt/slides/slide8.xml" Id="Rcefc94b09ce04cac" /><Relationship Type="http://schemas.openxmlformats.org/officeDocument/2006/relationships/slide" Target="/ppt/slides/slide9.xml" Id="Rd6b3fca74f3a41cf" /><Relationship Type="http://schemas.openxmlformats.org/officeDocument/2006/relationships/slide" Target="/ppt/slides/slide10.xml" Id="R4de9f2e989e44337" /><Relationship Type="http://schemas.openxmlformats.org/officeDocument/2006/relationships/slide" Target="/ppt/slides/slide11.xml" Id="R7e07b5ed9bf94f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92a5d3f48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66bad69a5f4e68" /><Relationship Type="http://schemas.openxmlformats.org/officeDocument/2006/relationships/notesMaster" Target="/ppt/notesMasters/notesMaster1.xml" Id="Re792dbfb6275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f99924a914911" /><Relationship Type="http://schemas.openxmlformats.org/officeDocument/2006/relationships/notesMaster" Target="/ppt/notesMasters/notesMaster1.xml" Id="R58d3e52e2aa9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d19b36446e4595" /><Relationship Type="http://schemas.openxmlformats.org/officeDocument/2006/relationships/notesMaster" Target="/ppt/notesMasters/notesMaster1.xml" Id="R2a027b76c01c4d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ad0c60def74d88" /><Relationship Type="http://schemas.openxmlformats.org/officeDocument/2006/relationships/notesMaster" Target="/ppt/notesMasters/notesMaster1.xml" Id="R6f7da505186a47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d1e6c93e9c4e09" /><Relationship Type="http://schemas.openxmlformats.org/officeDocument/2006/relationships/notesMaster" Target="/ppt/notesMasters/notesMaster1.xml" Id="Reb612a91540040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41a08c40e4058" /><Relationship Type="http://schemas.openxmlformats.org/officeDocument/2006/relationships/notesMaster" Target="/ppt/notesMasters/notesMaster1.xml" Id="Ra6aca81b9a3342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542a2fcfd74a1f" /><Relationship Type="http://schemas.openxmlformats.org/officeDocument/2006/relationships/notesMaster" Target="/ppt/notesMasters/notesMaster1.xml" Id="R3f123b64876b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1f9ff9d14436e" /><Relationship Type="http://schemas.openxmlformats.org/officeDocument/2006/relationships/notesMaster" Target="/ppt/notesMasters/notesMaster1.xml" Id="Re701244ffea7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50e178f90c4f4d" /><Relationship Type="http://schemas.openxmlformats.org/officeDocument/2006/relationships/notesMaster" Target="/ppt/notesMasters/notesMaster1.xml" Id="R2a7103763b824f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eaa25392294370" /><Relationship Type="http://schemas.openxmlformats.org/officeDocument/2006/relationships/notesMaster" Target="/ppt/notesMasters/notesMaster1.xml" Id="R656b602638ce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ff80ac5aa844ef" /><Relationship Type="http://schemas.openxmlformats.org/officeDocument/2006/relationships/notesMaster" Target="/ppt/notesMasters/notesMaster1.xml" Id="Rfdd14f3da496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af118515c4a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5bc28728040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cf657762e4a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53dd1412748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7e57f4bc44f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000f8c4d846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f2dae68954cce" /><Relationship Type="http://schemas.openxmlformats.org/officeDocument/2006/relationships/slideLayout" Target="/ppt/slideLayouts/slideLayout1.xml" Id="R91469d1ff5e54fb9" /><Relationship Type="http://schemas.openxmlformats.org/officeDocument/2006/relationships/slideLayout" Target="/ppt/slideLayouts/slideLayout2.xml" Id="R38e9559a56ca4563" /><Relationship Type="http://schemas.openxmlformats.org/officeDocument/2006/relationships/slideLayout" Target="/ppt/slideLayouts/slideLayout3.xml" Id="Ra07c8fd735a2435b" /><Relationship Type="http://schemas.openxmlformats.org/officeDocument/2006/relationships/slideLayout" Target="/ppt/slideLayouts/slideLayout4.xml" Id="R33ed4b506f97465b" /><Relationship Type="http://schemas.openxmlformats.org/officeDocument/2006/relationships/slideLayout" Target="/ppt/slideLayouts/slideLayout5.xml" Id="Rdd78490a6786434d" /><Relationship Type="http://schemas.openxmlformats.org/officeDocument/2006/relationships/slideLayout" Target="/ppt/slideLayouts/slideLayout6.xml" Id="Raae039b224ac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69d1ff5e54fb9"/>
    <p:sldLayoutId xmlns:r="http://schemas.openxmlformats.org/officeDocument/2006/relationships" id="2147483650" r:id="R38e9559a56ca4563"/>
    <p:sldLayoutId xmlns:r="http://schemas.openxmlformats.org/officeDocument/2006/relationships" id="2147483651" r:id="Ra07c8fd735a2435b"/>
    <p:sldLayoutId xmlns:r="http://schemas.openxmlformats.org/officeDocument/2006/relationships" id="2147483652" r:id="R33ed4b506f97465b"/>
    <p:sldLayoutId xmlns:r="http://schemas.openxmlformats.org/officeDocument/2006/relationships" id="2147483653" r:id="Rdd78490a6786434d"/>
    <p:sldLayoutId xmlns:r="http://schemas.openxmlformats.org/officeDocument/2006/relationships" id="2147483654" r:id="Raae039b224ac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edb82f66043a2" /><Relationship Type="http://schemas.openxmlformats.org/officeDocument/2006/relationships/image" Target="/ppt/media/image.png" Id="R8181efea850c4f6a" /><Relationship Type="http://schemas.openxmlformats.org/officeDocument/2006/relationships/notesSlide" Target="/ppt/notesSlides/notesSlide1.xml" Id="R4cf874bc49024e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ebd8ad8174e20" /><Relationship Type="http://schemas.openxmlformats.org/officeDocument/2006/relationships/notesSlide" Target="/ppt/notesSlides/notesSlide2.xml" Id="R408cf4831796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3fc433ab44902" /><Relationship Type="http://schemas.openxmlformats.org/officeDocument/2006/relationships/notesSlide" Target="/ppt/notesSlides/notesSlide3.xml" Id="R5f5beef7e2b246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209d8dd8f4592" /><Relationship Type="http://schemas.openxmlformats.org/officeDocument/2006/relationships/notesSlide" Target="/ppt/notesSlides/notesSlide4.xml" Id="Refc1d06c5ed645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ffbcce1be4831" /><Relationship Type="http://schemas.openxmlformats.org/officeDocument/2006/relationships/notesSlide" Target="/ppt/notesSlides/notesSlide5.xml" Id="R0d74d71e0fc64d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f625256c14587" /><Relationship Type="http://schemas.openxmlformats.org/officeDocument/2006/relationships/notesSlide" Target="/ppt/notesSlides/notesSlide6.xml" Id="Rce044c67be9b42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1e520a7bf4f0d" /><Relationship Type="http://schemas.openxmlformats.org/officeDocument/2006/relationships/notesSlide" Target="/ppt/notesSlides/notesSlide7.xml" Id="R330940a3939842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9d13d26b54e86" /><Relationship Type="http://schemas.openxmlformats.org/officeDocument/2006/relationships/notesSlide" Target="/ppt/notesSlides/notesSlide8.xml" Id="Rd6c09fe007cf4e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dc6307a1a4f56" /><Relationship Type="http://schemas.openxmlformats.org/officeDocument/2006/relationships/notesSlide" Target="/ppt/notesSlides/notesSlide9.xml" Id="R71691b8a70b540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6480f0acd4320" /><Relationship Type="http://schemas.openxmlformats.org/officeDocument/2006/relationships/notesSlide" Target="/ppt/notesSlides/notesSlide10.xml" Id="R0e288fb4709e44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cd37c48214fda" /><Relationship Type="http://schemas.openxmlformats.org/officeDocument/2006/relationships/notesSlide" Target="/ppt/notesSlides/notesSlide11.xml" Id="Rfbda82586e5c45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3A6C1-2F17-4661-A98B-1E71EF335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1efea850c4f6a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2026-10-28T23:26:51.3100000Z</dcterms:created>
  <dcterms:modified xsi:type="dcterms:W3CDTF">2026-10-28T23:26:51.3100000Z</dcterms:modified>
</coreProperties>
</file>