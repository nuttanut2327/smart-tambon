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c866c80454e8c" /><Relationship Type="http://schemas.openxmlformats.org/officeDocument/2006/relationships/extended-properties" Target="/docProps/app.xml" Id="Ra31b073cfdda445a" /><Relationship Type="http://schemas.openxmlformats.org/officeDocument/2006/relationships/officeDocument" Target="/ppt/presentation.xml" Id="R77812b859a4a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c935402e564323"/>
  </p:sldMasterIdLst>
  <p:notesMasterIdLst>
    <p:notesMasterId xmlns:r="http://schemas.openxmlformats.org/officeDocument/2006/relationships" r:id="Red83338a0a4d41f1"/>
  </p:notesMasterIdLst>
  <p:sldIdLst>
    <p:sldId xmlns:r="http://schemas.openxmlformats.org/officeDocument/2006/relationships" id="256" r:id="R1b1f0b9f46cc478f"/>
    <p:sldId xmlns:r="http://schemas.openxmlformats.org/officeDocument/2006/relationships" id="257" r:id="Rbc69183638ac4b63"/>
    <p:sldId xmlns:r="http://schemas.openxmlformats.org/officeDocument/2006/relationships" id="258" r:id="Rfb3f99850f074d55"/>
    <p:sldId xmlns:r="http://schemas.openxmlformats.org/officeDocument/2006/relationships" id="259" r:id="R030b21b74dec465a"/>
    <p:sldId xmlns:r="http://schemas.openxmlformats.org/officeDocument/2006/relationships" id="260" r:id="R3cb53b3b28c84e86"/>
    <p:sldId xmlns:r="http://schemas.openxmlformats.org/officeDocument/2006/relationships" id="261" r:id="R12acf8e39c054b10"/>
    <p:sldId xmlns:r="http://schemas.openxmlformats.org/officeDocument/2006/relationships" id="262" r:id="R9ddc0c62d73e4cfe"/>
    <p:sldId xmlns:r="http://schemas.openxmlformats.org/officeDocument/2006/relationships" id="263" r:id="Rda0120301c904a89"/>
    <p:sldId xmlns:r="http://schemas.openxmlformats.org/officeDocument/2006/relationships" id="264" r:id="R9a6da07811904ee2"/>
    <p:sldId xmlns:r="http://schemas.openxmlformats.org/officeDocument/2006/relationships" id="265" r:id="R7186f8f381c34c01"/>
    <p:sldId xmlns:r="http://schemas.openxmlformats.org/officeDocument/2006/relationships" id="266" r:id="R282e5df841d44a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5a3f256c564c78" /><Relationship Type="http://schemas.openxmlformats.org/officeDocument/2006/relationships/slideMaster" Target="/ppt/slideMasters/slideMaster1.xml" Id="R8bc935402e564323" /><Relationship Type="http://schemas.openxmlformats.org/officeDocument/2006/relationships/notesMaster" Target="/ppt/notesMasters/notesMaster1.xml" Id="Red83338a0a4d41f1" /><Relationship Type="http://schemas.openxmlformats.org/officeDocument/2006/relationships/presProps" Target="/ppt/presProps.xml" Id="R30408e6bae0b4cb4" /><Relationship Type="http://schemas.openxmlformats.org/officeDocument/2006/relationships/tableStyles" Target="/ppt/tableStyles.xml" Id="Rf5a474d0ebab487e" /><Relationship Type="http://schemas.openxmlformats.org/officeDocument/2006/relationships/slide" Target="/ppt/slides/slide1.xml" Id="R1b1f0b9f46cc478f" /><Relationship Type="http://schemas.openxmlformats.org/officeDocument/2006/relationships/slide" Target="/ppt/slides/slide2.xml" Id="Rbc69183638ac4b63" /><Relationship Type="http://schemas.openxmlformats.org/officeDocument/2006/relationships/slide" Target="/ppt/slides/slide3.xml" Id="Rfb3f99850f074d55" /><Relationship Type="http://schemas.openxmlformats.org/officeDocument/2006/relationships/slide" Target="/ppt/slides/slide4.xml" Id="R030b21b74dec465a" /><Relationship Type="http://schemas.openxmlformats.org/officeDocument/2006/relationships/slide" Target="/ppt/slides/slide5.xml" Id="R3cb53b3b28c84e86" /><Relationship Type="http://schemas.openxmlformats.org/officeDocument/2006/relationships/slide" Target="/ppt/slides/slide6.xml" Id="R12acf8e39c054b10" /><Relationship Type="http://schemas.openxmlformats.org/officeDocument/2006/relationships/slide" Target="/ppt/slides/slide7.xml" Id="R9ddc0c62d73e4cfe" /><Relationship Type="http://schemas.openxmlformats.org/officeDocument/2006/relationships/slide" Target="/ppt/slides/slide8.xml" Id="Rda0120301c904a89" /><Relationship Type="http://schemas.openxmlformats.org/officeDocument/2006/relationships/slide" Target="/ppt/slides/slide9.xml" Id="R9a6da07811904ee2" /><Relationship Type="http://schemas.openxmlformats.org/officeDocument/2006/relationships/slide" Target="/ppt/slides/slide10.xml" Id="R7186f8f381c34c01" /><Relationship Type="http://schemas.openxmlformats.org/officeDocument/2006/relationships/slide" Target="/ppt/slides/slide11.xml" Id="R282e5df841d44a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1491482a34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565a4406a4d57" /><Relationship Type="http://schemas.openxmlformats.org/officeDocument/2006/relationships/notesMaster" Target="/ppt/notesMasters/notesMaster1.xml" Id="R4a2e44640d2349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d7433f10464ac1" /><Relationship Type="http://schemas.openxmlformats.org/officeDocument/2006/relationships/notesMaster" Target="/ppt/notesMasters/notesMaster1.xml" Id="Rf30085b35ba34e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93b31bf3714259" /><Relationship Type="http://schemas.openxmlformats.org/officeDocument/2006/relationships/notesMaster" Target="/ppt/notesMasters/notesMaster1.xml" Id="Rc4a87c29cabe4d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3dc5c3d0114de7" /><Relationship Type="http://schemas.openxmlformats.org/officeDocument/2006/relationships/notesMaster" Target="/ppt/notesMasters/notesMaster1.xml" Id="R0d7b024e3d54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471d5de1304945" /><Relationship Type="http://schemas.openxmlformats.org/officeDocument/2006/relationships/notesMaster" Target="/ppt/notesMasters/notesMaster1.xml" Id="R7993c9c116eb4b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2406093f834bcc" /><Relationship Type="http://schemas.openxmlformats.org/officeDocument/2006/relationships/notesMaster" Target="/ppt/notesMasters/notesMaster1.xml" Id="Rfacc7605a9dd46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06ae295a21409c" /><Relationship Type="http://schemas.openxmlformats.org/officeDocument/2006/relationships/notesMaster" Target="/ppt/notesMasters/notesMaster1.xml" Id="R6012300f369d44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273fb768442c1" /><Relationship Type="http://schemas.openxmlformats.org/officeDocument/2006/relationships/notesMaster" Target="/ppt/notesMasters/notesMaster1.xml" Id="R9892ea27c7634d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8be234a9504d90" /><Relationship Type="http://schemas.openxmlformats.org/officeDocument/2006/relationships/notesMaster" Target="/ppt/notesMasters/notesMaster1.xml" Id="R7e8edebcd584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7f1ed47724fb3" /><Relationship Type="http://schemas.openxmlformats.org/officeDocument/2006/relationships/notesMaster" Target="/ppt/notesMasters/notesMaster1.xml" Id="R6cb38a727e7641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d8db9ac8374083" /><Relationship Type="http://schemas.openxmlformats.org/officeDocument/2006/relationships/notesMaster" Target="/ppt/notesMasters/notesMaster1.xml" Id="Rb45c353b1f4a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หน้าปกสรุปวัตถุประสงค์ของระบบจากคู่มือและโครงสร้างระบบจริง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สังเคราะห์จากบทนำ หน้าภาพรวมเมือง หน้าแผนที่เมือง และหน้าเหตุการณ์ทั่วไป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models, routes และบริการเชิงพื้นที่ของโปรเจกต์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อ้างอิงคู่มือหน้าจัดการผู้ใช้ และตรวจสอบ enum role กับ accessible_subdistrict_ids ใน app/models/user.rb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สังเคราะห์จากหน้าเหตุการณ์ นำเข้าข้อมูล การตั้งค่าแจ้งเตือน และ routes สำหรับ webhook/SMS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Tambon\Screenshot\10_นำเข้าข้อมูล\3_จับคู่ข้อมูล.JPG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สรุปหน้าหลักทั้งหมดในคู่มือและยืนยันจาก routes/controllers ของระบบ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หน้าภัยพิบัติ และ routes acknowledge/promote/assessment/progress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แผนรับมือ และกฎการประเมินทรัพยากร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README, API controllers, access filters, AI services และ models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ประโยชน์สรุปจาก workflow ที่ระบบรองรับ ไม่มีการอ้างตัวเลขผลลัพธ์ที่ไม่ได้รับหลักฐาน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ตัวอย่างประกอบจากความสามารถที่มีจริงใน public incident report, incidents, assessment, resource rules และ notifications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3b676d98c4b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95848226346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94f9452ab49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7c5708f0340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42132491b46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f7c40cc25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7883ED-BAE4-4086-8E34-5371BE9E3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1BC6C8-AF94-43ED-AA82-EE2629B61B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7F373F5-523B-45DD-9F1C-60F2D1F6BE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7577E-1197-404B-9B18-8B7A310A4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4DF026-A194-498A-BC7D-C5E17E27FF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B209FA-848F-44E3-8C32-A0A235ECD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354376-2EDD-403C-9A89-409DD5257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ADF9E5-C90C-42BE-A547-92DD61AE6F8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F160B4-71DC-4ADD-ADC6-D9CC473A0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56C5C-1CD5-4C8B-84B1-3C6C829E1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391ab8cc254168" /><Relationship Type="http://schemas.openxmlformats.org/officeDocument/2006/relationships/slideLayout" Target="/ppt/slideLayouts/slideLayout1.xml" Id="Rcfadb5f58f1b4247" /><Relationship Type="http://schemas.openxmlformats.org/officeDocument/2006/relationships/slideLayout" Target="/ppt/slideLayouts/slideLayout2.xml" Id="R2fe58ccdae464960" /><Relationship Type="http://schemas.openxmlformats.org/officeDocument/2006/relationships/slideLayout" Target="/ppt/slideLayouts/slideLayout3.xml" Id="R2bf4db877b0a4cc8" /><Relationship Type="http://schemas.openxmlformats.org/officeDocument/2006/relationships/slideLayout" Target="/ppt/slideLayouts/slideLayout4.xml" Id="Re928fc69a5a54d71" /><Relationship Type="http://schemas.openxmlformats.org/officeDocument/2006/relationships/slideLayout" Target="/ppt/slideLayouts/slideLayout5.xml" Id="Rd22a9f2f9a3f431a" /><Relationship Type="http://schemas.openxmlformats.org/officeDocument/2006/relationships/slideLayout" Target="/ppt/slideLayouts/slideLayout6.xml" Id="R38bb6cf38a274d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db5f58f1b4247"/>
    <p:sldLayoutId xmlns:r="http://schemas.openxmlformats.org/officeDocument/2006/relationships" id="2147483650" r:id="R2fe58ccdae464960"/>
    <p:sldLayoutId xmlns:r="http://schemas.openxmlformats.org/officeDocument/2006/relationships" id="2147483651" r:id="R2bf4db877b0a4cc8"/>
    <p:sldLayoutId xmlns:r="http://schemas.openxmlformats.org/officeDocument/2006/relationships" id="2147483652" r:id="Re928fc69a5a54d71"/>
    <p:sldLayoutId xmlns:r="http://schemas.openxmlformats.org/officeDocument/2006/relationships" id="2147483653" r:id="Rd22a9f2f9a3f431a"/>
    <p:sldLayoutId xmlns:r="http://schemas.openxmlformats.org/officeDocument/2006/relationships" id="2147483654" r:id="R38bb6cf38a274d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770e9fc42d4798" /><Relationship Type="http://schemas.openxmlformats.org/officeDocument/2006/relationships/image" Target="/ppt/media/image.png" Id="Ra31c21a3ca434364" /><Relationship Type="http://schemas.openxmlformats.org/officeDocument/2006/relationships/notesSlide" Target="/ppt/notesSlides/notesSlide1.xml" Id="R64acfa1f651a40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edd9c6b21437b" /><Relationship Type="http://schemas.openxmlformats.org/officeDocument/2006/relationships/image" Target="/ppt/media/image.jpeg" Id="R6c69efd9b6334d3e" /><Relationship Type="http://schemas.openxmlformats.org/officeDocument/2006/relationships/notesSlide" Target="/ppt/notesSlides/notesSlide2.xml" Id="R95f84dfad53f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2b5fb8b6f478e" /><Relationship Type="http://schemas.openxmlformats.org/officeDocument/2006/relationships/image" Target="/ppt/media/image2.jpeg" Id="R06070919100049b5" /><Relationship Type="http://schemas.openxmlformats.org/officeDocument/2006/relationships/notesSlide" Target="/ppt/notesSlides/notesSlide3.xml" Id="R4fcf53fadcde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8eb8b57c774205" /><Relationship Type="http://schemas.openxmlformats.org/officeDocument/2006/relationships/image" Target="/ppt/media/image3.jpeg" Id="Rf07d1bf23a7449e1" /><Relationship Type="http://schemas.openxmlformats.org/officeDocument/2006/relationships/notesSlide" Target="/ppt/notesSlides/notesSlide4.xml" Id="Re23f7861752a4f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0e028736f4b3a" /><Relationship Type="http://schemas.openxmlformats.org/officeDocument/2006/relationships/image" Target="/ppt/media/image4.jpeg" Id="Rf18823075da14b0f" /><Relationship Type="http://schemas.openxmlformats.org/officeDocument/2006/relationships/notesSlide" Target="/ppt/notesSlides/notesSlide5.xml" Id="R40f06de73e76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bb29e943344a0" /><Relationship Type="http://schemas.openxmlformats.org/officeDocument/2006/relationships/image" Target="/ppt/media/image5.jpeg" Id="R491f14ba211d45b1" /><Relationship Type="http://schemas.openxmlformats.org/officeDocument/2006/relationships/image" Target="/ppt/media/image6.jpeg" Id="R4cb0789f16b546b2" /><Relationship Type="http://schemas.openxmlformats.org/officeDocument/2006/relationships/image" Target="/ppt/media/image7.jpeg" Id="Rb11806db45234375" /><Relationship Type="http://schemas.openxmlformats.org/officeDocument/2006/relationships/notesSlide" Target="/ppt/notesSlides/notesSlide6.xml" Id="R5366f7adc510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bb2691f364436" /><Relationship Type="http://schemas.openxmlformats.org/officeDocument/2006/relationships/image" Target="/ppt/media/image8.jpeg" Id="R8b8651ca4d484e91" /><Relationship Type="http://schemas.openxmlformats.org/officeDocument/2006/relationships/notesSlide" Target="/ppt/notesSlides/notesSlide7.xml" Id="R13f9b89a6c7d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4a4a08bec4912" /><Relationship Type="http://schemas.openxmlformats.org/officeDocument/2006/relationships/image" Target="/ppt/media/image9.jpeg" Id="R49543daefccf4138" /><Relationship Type="http://schemas.openxmlformats.org/officeDocument/2006/relationships/notesSlide" Target="/ppt/notesSlides/notesSlide8.xml" Id="Rd87af02b352d48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e69ffc35b4007" /><Relationship Type="http://schemas.openxmlformats.org/officeDocument/2006/relationships/image" Target="/ppt/media/image10.jpeg" Id="R539a12780695492a" /><Relationship Type="http://schemas.openxmlformats.org/officeDocument/2006/relationships/notesSlide" Target="/ppt/notesSlides/notesSlide9.xml" Id="Re7dbe604bf4e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352c0c6944070" /><Relationship Type="http://schemas.openxmlformats.org/officeDocument/2006/relationships/image" Target="/ppt/media/image11.jpeg" Id="Rdeff55f7ff964dca" /><Relationship Type="http://schemas.openxmlformats.org/officeDocument/2006/relationships/notesSlide" Target="/ppt/notesSlides/notesSlide10.xml" Id="R81ab6a86b7ec4c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0ec744d3a4e1e" /><Relationship Type="http://schemas.openxmlformats.org/officeDocument/2006/relationships/image" Target="/ppt/media/image12.jpeg" Id="R12775bf56ebe4ce1" /><Relationship Type="http://schemas.openxmlformats.org/officeDocument/2006/relationships/notesSlide" Target="/ppt/notesSlides/notesSlide11.xml" Id="R3800ae4d40df46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A689D-5B14-41A3-9FA6-CD25EE9EA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c21a3ca434364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2B0-9E3D-49C4-BC71-DA1EC14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SMART TAMBON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SAFETY THAILAND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725C8-A912-456A-BC85-D04818B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ระบบบริหารจัดการความปลอดภัยอัจฉริยะสำหรับองค์กรปกครองส่วนท้องถิ่น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9A486-83F9-4A73-BB3E-572DDF0A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33868-B205-4E50-9469-8615C41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95500"/>
            <a:ext cx="2571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ข้อมูลพื้นที่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สถานการณ์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EFDB-2EFB-47E7-BD91-852D9D08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ภาพรวมระบบ</a:t>
            </a:r>
          </a:p>
        </p:txBody>
      </p:sp>
    </p:spTree>
    <p:extLst>
      <p:ext uri="{BB962C8B-B14F-4D97-AF65-F5344CB8AC3E}">
        <p14:creationId xmlns:p14="http://schemas.microsoft.com/office/powerpoint/2010/main" val="1466045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117A9-A546-4E89-8AFD-A3B355D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บริบท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9E7E5-7AEB-40D3-A178-477A0947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โจทย์ของการบริหารความปลอดภัยระดับตำบล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964F-C7B5-4A8A-B20B-80BB2C8C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9847B-8558-433E-BEA6-9A258C3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DCC7A-FC1A-4727-A38D-939A69F0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BB71B-7390-474E-9A2E-0B9E54B9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>
            <a:defPPr algn="l"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ข้อมูลกระจายหลายแหล่ง ทำให้การเห็นภาพรวมและสั่งการใช้เวลานาน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55E-B378-498C-952C-7D11C57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1CEB-1DFD-4F53-A368-D5DE9C2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เหตุแจ้งเข้ามาหลายช่องทางและมีระดับความเร่งด่วนต่างกัน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5736B-4FEB-4DE6-917F-3AF41C5D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8EAC9-2449-46FB-9D56-4F4205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 สภาพอากาศ เซนเซอร์ ทีม และทรัพยากรอยู่คนละระบบ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F0A2B-FFDE-460A-8701-9360960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D65FA-2921-4A1A-A61B-1934AD66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96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การติดตามสถานะและการสื่อสารกับประชาชนต้องอาศัยข้อมูลล่าสุด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BE543-6442-4FF6-BEF2-85FF5F71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524250" cy="3714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99629-A99B-4BF1-84BE-100D099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เป้าหมาย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34C46A-9851-41FF-B821-47D3F2D6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5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รวมข้อมูลที่จำเป็น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ให้เจ้าหน้าที่เห็นสถานการณ์เดียวกัน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และทำงานต่อเนื่องจากรับแจ้งถึงปิดเหตุ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D8329-8C16-4A93-B927-5F6EBC1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286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F5B03-AFE4-4D78-A6ED-1CED4DA81D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9efd9b6334d3e"/>
          <a:srcRect xmlns:a="http://schemas.openxmlformats.org/drawingml/2006/main" l="8008" t="0" r="80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91375" y="1619250"/>
            <a:ext cx="40957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3820F-07AD-45D6-9CF1-128CE7DB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624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DEEEF-75FB-4EC2-89C9-B0E851D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90975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ภาพรวมเมืองและสถานการณ์ล่าสุด</a:t>
            </a:r>
          </a:p>
        </p:txBody>
      </p:sp>
    </p:spTree>
    <p:extLst>
      <p:ext uri="{BB962C8B-B14F-4D97-AF65-F5344CB8AC3E}">
        <p14:creationId xmlns:p14="http://schemas.microsoft.com/office/powerpoint/2010/main" val="1374381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29A92-3D55-4C41-8431-16E3D873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ระบบคืออะไร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DEE96-17C1-4724-9956-D2D4E02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SMART TAMBON คือศูนย์กลางการทำงานของพื้นที่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2E26A-817F-4325-82E7-9EE8380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67254-2BEB-4442-890F-DD9ACC3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750B7-8E09-421D-B67B-6BBDF5A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048C-FE20-4C8B-9A6F-A4DDBF09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ระบบเชื่อมข้อมูลเชิงพื้นที่ สถานการณ์ และการปฏิบัติงานไว้ในเว็บเดียว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1CA29-6D50-47B4-808F-3A80611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C6E8C-F670-470D-A67D-BC78606E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EA67-F678-4909-A67D-D2063CE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62111-8A22-4491-BE78-592AC929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เห็นพื้นที่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20B38-B314-45A7-A60B-37742547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ขอบเขต แผนที่ และสถานที่สำคัญ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D4A45-7191-4CB0-B19D-299A1279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2092-E014-407C-9BDC-614D4B6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68BEA-4A7A-4A6D-ADCD-7DB0ECB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B95D2-DB3E-4ADB-9734-D9F426C7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เห็นเหตุ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91696-8902-455B-B004-495E76A0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เหตุทั่วไป ภัยพิบัติ และกิจกรรม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062A-423E-44E9-A740-79B67D3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971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C7F34-74A8-4E00-AD23-D15C3627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27240-E44D-4781-83AE-E63703A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9D254-93E6-4843-A5F6-040591C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วางแผน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06FD0-6EC8-4233-BCFB-935004F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ประเมินผลกระทบ ทีม และทรัพยากร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4217-C5F3-428E-AFEC-9B18014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571750"/>
            <a:ext cx="2547938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8168-7BD9-484E-9F7E-E6982606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05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3C79A-438D-4F45-9E21-9C45CCE4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513" y="2686050"/>
            <a:ext cx="19573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CBFBB-8443-44FF-B9F6-899C3A2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028950"/>
            <a:ext cx="22812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ความคืบหน้า และการสื่อสาร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75F92-A9E0-4C82-9A8F-F3DB62BD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รองรับข้อมูลทั้ง PostgreSQL/PostGIS สำหรับขอบเขตเชิงพื้นที่ และ Mongoid สำหรับข้อมูลที่ยืดหยุ่นตามประเภทงาน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19A57-E215-4B4D-94A6-C2F695D1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51435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96FF9-463E-464B-8C95-5D815C4A10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70919100049b5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29375" y="2333625"/>
            <a:ext cx="49530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4DE8B0-C456-43C4-AC86-00FAAEF2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244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46AC2-A0ED-4B15-B19E-BD66748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52975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58087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8A3C8-C22E-407B-9FC3-7A65328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กลุ่มผู้ใช้งาน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D2D5D-B03C-4001-8C30-7618734F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ผู้ใช้งานและขอบเขตสิทธิ์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1CF3-BE5C-44C4-97B2-F1D6FD35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F7C2A-E70A-47A9-A071-8E8EDDC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CBF0B-5EDA-441F-AE94-345EA25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D2D27-6C1E-4DC6-9402-80009F0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F32-BCBF-4D52-8F74-0A4C12E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ผู้ดูแลระบบส่วนกลาง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FAE1-2931-42BC-87AB-681E21A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ดูแลหลายหน่วยงาน ตั้งค่าระบบ และตรวจสถานะบริการ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1DED-499C-4E33-9342-AC7F9B72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3C7D-9765-4926-A9A8-CC55E9F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8FC5-3D4C-4E33-AF82-F047226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38475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ผู้ดูแลประจำ อบต.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D37B-FDAE-40D9-B27C-0B0109ED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จัดการผู้ใช้ ข้อมูลหน่วยงาน ช่องทางแจ้งเตือน และพื้นที่ของตน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80471-9BA4-4DE6-B490-60A9130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62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F7A21-A5E8-492E-8DEE-758BD7C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22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DF632-FD3F-4253-9751-30BFBF30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เจ้าหน้าที่ประจำ อบต.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C0DD-E1DB-4CEA-86E2-5CD5126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รับแจ้งเหตุ อัปเดตงาน วิเคราะห์ข้อมูล และใช้เครื่องมือตามสิทธิ์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4CE55-502B-42B0-96DA-0FA6B49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CBFA31-3EA6-4ACC-852B-AC191077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38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>
            <a:defPPr algn="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ทุกบัญชีทำงานตามบทบาทและขอบเขตพื้นที่ที่ได้รับอนุญาต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DB53F-98E5-4013-8B03-2217548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C08D2-D9CD-4538-AE7D-37568F850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d1bf23a7449e1"/>
          <a:srcRect xmlns:a="http://schemas.openxmlformats.org/drawingml/2006/main" l="1172" t="0" r="1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571625"/>
            <a:ext cx="476250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07FD46-1207-4790-AAA7-07CE90CB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14775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E90BC-2011-448A-A892-31068150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43350"/>
            <a:ext cx="453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จัดการบัญชีและขอบเขตพื้นที่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67985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400F94-DC27-44EC-9520-9343502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ภาพรวมกระบวนการ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C607-0C7E-4346-9C45-069CB2E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แนวคิดการทำงานจากข้อมูลสู่การปฏิบัติ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9CA57-3E3D-4737-BAE1-7C7AAEA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DB2B9-E5B4-4AC5-979C-5414A4BD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7F959-749C-4EC7-BDF1-CC7A2551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4DD-C4FF-44C0-84B9-0396391A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3E490-F6FE-41FB-AF3E-59A0FBA7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2A901-7CF1-4A4D-8F99-4CBEC6C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C9C2A-8DD8-4B24-B5F3-A363FF4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BBC7B-B471-42C8-9D77-0A42F716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 เจ้าหน้าที่ เซนเซอร์ และไฟล์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ED998-E7AB-41F0-8759-0A99368E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84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19CDC-50C7-4201-B4EA-2FEE50A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63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0D41-3286-46CE-AEC2-7A483C2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D31E-477B-4974-A61B-0E6D785E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สร้างภาพรวม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3EDB-7A5E-472B-BA11-00852ACE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8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แผนที่ สภาพอากาศ สถานะเหตุ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9098A-066C-4CB3-9845-80D698C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60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F7F14-B452-4A5C-9CCA-DDF058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9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1A313-BADF-45D6-9B9F-B9AD9EE3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3F918-85F3-40C6-97CD-316E9D1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64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7BCF8-3D05-44B4-8B98-A3418738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874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พื้นที่กระทบ กำลัง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D2097B-2120-4A8B-A220-A2AD6CA5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495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D9495-DCE0-4EAE-B7BC-3833EA37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615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79C5F-AC1C-4E70-9BFE-7480848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E243-527F-4437-9ACB-FDE200A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40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9A79C-85F7-4ED0-90C8-2E6EA050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950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ติดตาม และบันทึกผล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E5349-6922-4CE5-B863-10E95A9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15" y="2095500"/>
            <a:ext cx="206121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12CC8-DDED-47CC-9443-990C1F9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228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EC5B2-6F03-417B-A2D6-92A8DFB9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65" y="2209800"/>
            <a:ext cx="14706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C2CFD-A289-47D5-AE64-53F7B52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2552700"/>
            <a:ext cx="17945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OA, SMS และข่าวประชาสัมพันธ์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3203C0-204F-4B2F-A422-39E2520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ข้อมูลเดิมยังใช้ต่อได้ผ่านการนำเข้าและการจัดรุ่นข้อมูล ขณะที่ข้อมูลใหม่เชื่อมเข้าสู่ workflow เดียวกัน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D4B2F-C263-4B91-9FC1-79F1E0C9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6672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87F6A-DA4D-4740-B907-2A7BDB56D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823075da14b0f"/>
          <a:srcRect xmlns:a="http://schemas.openxmlformats.org/drawingml/2006/main" l="0" t="19187" r="0" b="19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0375" y="3286125"/>
            <a:ext cx="4476750" cy="2428875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EE7FF1-F3AE-43DD-B2FB-151451B8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911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76F526-06C6-405F-B0E9-C177274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197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ตรวจสอบและจับคู่ข้อมูลก่อนนำเข้า</a:t>
            </a:r>
          </a:p>
        </p:txBody>
      </p:sp>
    </p:spTree>
    <p:extLst>
      <p:ext uri="{BB962C8B-B14F-4D97-AF65-F5344CB8AC3E}">
        <p14:creationId xmlns:p14="http://schemas.microsoft.com/office/powerpoint/2010/main" val="14854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16986-D263-434F-8F95-F174EAB9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ภาพรวมฟีเจอร์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7E658-D5A3-4580-A88F-4D34D8B8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ความสามารถหลักของระบบ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BB17-F7DD-4292-A552-1D64164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A272D-7586-4F53-829B-FB774C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37005-20B3-441D-ACCD-E472E065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28B51-B2E7-429C-9902-A260B384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เฝ้าระวัง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FE15C-17D4-4712-A914-91E9FC5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ภาพรวมเมือง แผนที่ สภาพอากาศ PM2.5 น้ำ ฝน และจุดความร้อน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2500D-8CAF-4EEA-9F31-8449764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CA24-DC9E-45BA-A2C9-509F7AB9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ตอบสนองเหตุ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4976-D535-4BA1-904F-0AA98B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รับแจ้ง มอบหมาย ประเมิน ติดตามทรัพยากร และปิดงาน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50F1-D407-4DF4-91F9-C827DB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051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E0E42-9C2E-4CBC-B106-6FFC6BF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เตรียมพร้อม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3A2A-A7D2-4CEF-98F9-B1877C0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แผนรับมือ กฎทรัพยากร ทีม วัสดุ และสถานที่สำคัญ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3623E-F3F7-4972-AC59-0CCDDC1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11FFE-0B49-4C5A-B060-7585BED0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บริหารพื้นที่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F978F-D6C1-4614-A1A1-14512C8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 โครงการ CCTV ข้อมูลประชากร และชุดข้อมูลหน่วยงาน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2B101-0AAD-4629-8F07-00C61FA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814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1E1BE0-42C0-4F95-A115-45A25B40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ED066-54D2-46B6-AF95-2EBA797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เทมเพลต SMS ข่าวประชาสัมพันธ์ เสียง และสื่อภาพ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DF6C3-D62D-4ED0-8DAD-3C3FFD48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6D0A4-6048-4DD4-A9C9-5C73F622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วิเคราะห์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42BD0-89C5-4F1D-8B78-2FE614A9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14900"/>
            <a:ext cx="4810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รายงาน ตาราง ตัวชี้วัด กราฟ และบันทึกผลวิเคราะห์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73C0B-8C7B-4E64-88F0-C8A2971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578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9B05D-19FC-4BB0-AA07-7607907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B0C22-4B3D-40FF-A735-A9763FC6C5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f14ba211d45b1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7F0AA-BD09-41D4-BCC9-6BB8DB2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BCB3F-5435-4EF9-8E22-3F9922EE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079A5-7AEF-4204-BD2E-D95A217464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0789f16b546b2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84EDD-B59A-49E6-BD5E-677E9D4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4D9E4-18D2-4CFB-B054-A7F6D70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352800" cy="2085975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63FC21-D9D3-4212-AAAD-8888FB6A3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806db45234375"/>
          <a:srcRect xmlns:a="http://schemas.openxmlformats.org/drawingml/2006/main" l="0" t="252" r="0" b="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4000500"/>
            <a:ext cx="3238500" cy="1762125"/>
          </a:xfrm>
          <a:prstGeom xmlns:a="http://schemas.openxmlformats.org/drawingml/2006/main" prst="roundRect">
            <a:avLst>
              <a:gd name="adj" fmla="val 4324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E3FFD-057F-4574-B29B-F0CEB09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78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097408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E6B26-7D6B-46A7-96F5-C2565B12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การปฏิบัติงาน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5A753-6A92-4EE8-B624-885E107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วงจรการจัดการเหตุการณ์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C248-4DE9-478E-ACA2-E7656D7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9E295-4293-493F-AD4C-D951EABB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099FD-BDC3-4D2F-9FF9-C1124480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8DE9-1CE4-4AF6-90DD-FA9AE0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ED9D-98E1-4BD2-90FB-DFB551A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05CF-AC61-414E-9CB9-BFF0FC0B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77D9F-F074-4638-91D5-3FD7CCD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รับแจ้ง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34329-701B-42C3-9EE8-781639B0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บันทึกเหตุและตำแหน่ง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8E5E9-0E0D-4731-AFF5-4CBB90E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B3BB-24D1-4671-8773-77C7BB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DF03F-B76E-4F6A-B207-D127F4F0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894A5-988A-4CA4-B7D3-E6FC3EC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7075-DF00-4443-A5DF-C8A2184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ยืนยันข้อมูลและความเร่งด่วน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F628E-3380-4D15-9D60-BA725C89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3AC86-E85F-4F44-A321-5ED997A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F7F-30B1-4F6B-AE8B-0748099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ACFFE-6095-4AF4-85E7-239C0FD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26D4E-A506-47FD-AC59-BD176AB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กำหนดผู้รับผิดชอบ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864B2-9C65-4FEE-BB75-8D315DF0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DB430-E158-45A0-A387-028523A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55271F-31C6-4275-9472-1F2EAE3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33F63E-92EC-440B-AD66-61F48F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ดำเนินงาน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7BA82-DBD8-488F-9DB5-14AF929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บันทึกความคืบหน้าและการใช้ทรัพยากร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DEE8F2-34AA-4692-AB13-13AB5B1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8FCAFB-5BD8-4C1C-BECF-11A894C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55AE51-3CB0-477D-9B4C-4CEDC7C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ปิดเหตุ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A019D-1DB4-4937-B93F-54241FF4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สรุปผลและเก็บประวัติ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E0E273-CD3A-451A-BAE2-AB904931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DDC43-D023-4133-96A5-1C06551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790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เหตุที่รุนแรงสามารถยกระดับเป็นภัยพิบัติ เพื่อประเมินพื้นที่กระทบและใช้แผนรับมืออย่างเป็นระบบ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CB985-3C95-48A8-AC47-B0EE73C6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5334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4E6B8-78A4-413A-9352-C9D4C8A37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51ca4d484e91"/>
          <a:srcRect xmlns:a="http://schemas.openxmlformats.org/drawingml/2006/main" l="0" t="899" r="0" b="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90875"/>
            <a:ext cx="514350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C7C1A5-7FE4-476A-B826-8A5CCD5E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2927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4A543-763D-4355-BD84-85C306E8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5785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รายการเหตุและรายละเอียดการรับเรื่อง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637774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24D80-AFF4-41F7-AA4C-12F9B0E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A9C6-3738-4466-A384-AA0B87CE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การประเมินภัยและความพร้อมของทรัพยากร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3E26-764B-4E4F-8A14-D9552F52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22D4C-5943-4409-AF4B-AAB30F2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243FB-96CC-47FC-90EB-92BB4498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D036-E8BE-4523-B10E-B63E30B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210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ระบบวางข้อมูลภัยบนแผนที่ แล้วคำนวณสิ่งที่ต้องใช้เทียบกับสิ่งที่พร้อมจริง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6C516-BBAA-4693-92D2-B2654F8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3505A-B237-4C68-A4E4-5908278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พื้นที่กระทบ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A7B01-6534-4949-8D15-BABACC36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วาดขอบเขตหรือใช้พื้นที่จากเหตุ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ตรวจสถานที่สำคัญและประชากร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F2678-06D3-4CBB-9A5D-72913711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E776D-9C76-4954-97C6-71B77788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8F5E5-F60F-414A-A1B5-D32F06A5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กำหนดเงื่อนไขตามประเภทภัย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คำนวณทีม อุปกรณ์ และวัสดุ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AEE7-59E7-4385-98EB-CA18D79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3286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2576-2E3C-4F3B-A2A4-C799DA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2828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045EB-7B7A-41F2-95E6-9B7B874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2900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จัดเก็บหลาย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เลือกฉบับพร้อมใช้และปรับตามสถานการณ์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F1441-5A83-4CDB-821B-44F26FAB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429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26FCD-82D7-479E-A4AC-CCFD30093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3daefccf4138"/>
          <a:srcRect xmlns:a="http://schemas.openxmlformats.org/drawingml/2006/main" l="0" t="130" r="0" b="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2238375"/>
            <a:ext cx="5238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FCAB0-6D26-414B-9682-AE34BDDA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C88B4-79F5-4EA8-9420-08B18984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501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ประเมินพื้นที่กระทบและทรัพยากร</a:t>
            </a:r>
          </a:p>
        </p:txBody>
      </p:sp>
    </p:spTree>
    <p:extLst>
      <p:ext uri="{BB962C8B-B14F-4D97-AF65-F5344CB8AC3E}">
        <p14:creationId xmlns:p14="http://schemas.microsoft.com/office/powerpoint/2010/main" val="2068629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18211-D7C4-40B7-9AE9-7CD9FF6B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โครงสร้างข้อมูล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03AA1-1A9D-4208-9CB3-1441707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 แผนที่ และ AI ทำงานบนฐานสิทธิ์เดียวกัน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1CFFD-88CC-4C1B-ACC9-A369B461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C0E47-5E3A-4EEC-AD05-CBA72EBA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28A64-B9DF-418A-9352-5869B18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4AF79-AC0D-433A-BB61-1234DBE3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67349-BE8D-420B-98DD-08F5271D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ข้อมูลปฏิบัติการ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67C1-350D-4452-AF8E-F1AD964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เครื่องมือวิเคราะห์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2036-0429-438F-BD2F-E236D37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80EE-3548-473C-848E-3912414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D2197-2AC3-4806-9CC8-5B1B0E61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5261-DDD2-4249-A4F6-F80C9DB9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02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PostGIS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ขอบเขตและการคำนวณพื้นที่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แผนที่ฐานและชั้นข้อมูล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C9A4-004A-4EFA-86BF-DA0D162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50"/>
          </a:bodyPr>
          <a:lstStyle xmlns:a="http://schemas.openxmlformats.org/drawingml/2006/main">
            <a:defPPr algn="ctr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Mongoid และฐานข้อมูลระบบ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 เซนเซอร์ แผน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ชุดข้อมูลและประวัติการทำงาน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EA412-6224-42A9-A71E-6D36A6D7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866"/>
          </a:bodyPr>
          <a:lstStyle xmlns:a="http://schemas.openxmlformats.org/drawingml/2006/main">
            <a:defPPr algn="ctr"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สรุปข้อมูลที่ผู้ใช้มีสิทธิ์เห็น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เก็บและรันผลวิเคราะห์ใหม่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69B0C-8FFF-4BD8-A9D7-B68B34D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API และบริการนำเข้าช่วยเชื่อมข้อมูลจากภายนอก โดยระบบยังคงตรวจสอบขอบเขตการเข้าถึง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8CBB1-0ACD-4F22-B8BD-0596F212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857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5C5903-1851-4A6F-910C-CD2556251C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a12780695492a"/>
          <a:srcRect xmlns:a="http://schemas.openxmlformats.org/drawingml/2006/main" l="3798" t="0" r="3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238375"/>
            <a:ext cx="4667250" cy="276225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03C07-FEEE-4ACB-A014-FFB972D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5B7D2-69D3-4D3A-A402-BDEE516F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05350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ผู้ช่วย AI วิเคราะห์ข้อมูลตามสิทธิ์</a:t>
            </a:r>
          </a:p>
        </p:txBody>
      </p:sp>
    </p:spTree>
    <p:extLst>
      <p:ext uri="{BB962C8B-B14F-4D97-AF65-F5344CB8AC3E}">
        <p14:creationId xmlns:p14="http://schemas.microsoft.com/office/powerpoint/2010/main" val="928125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1F5F-DBE8-42D6-BD9E-467E6093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คุณค่าของระบบ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38180-C21D-420F-814D-C2AE2436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ประโยชน์ที่ผู้บริหารและทีมปฏิบัติการได้รับ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4F1D-B8F2-4977-B182-703FDF2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CC18F-DCC2-49C7-A774-21AD7E4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7697-E849-4D05-8FEB-9510A3D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4F33-CDF9-40E2-94F9-29F56A98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ภาพเดียว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4909-B5AC-4C34-B523-01B2A99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เห็นสถานการณ์ พื้นที่ และงานค้างร่วมกัน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739F3-F717-41D3-AD84-B5BB4E0F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ขั้นตอนเดียว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2874-3355-48C1-9F58-F5352A8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25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เชื่อมรับแจ้ง ประเมิน มอบหมาย และติดตาม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00BE5-6E30-4A06-A695-4E7AD3B3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ข้อมูลต่อเนื่อง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04334-2EA2-489F-B5A2-2142FEEE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08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เก็บประวัติ รุ่นข้อมูล และผลวิเคราะห์เพื่อใช้ซ้ำ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FDC4D-4105-483D-A06A-519016B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9906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79ED8-4F0A-4063-9CB8-83BE7F6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ผลลัพธ์ที่คาดหวัง คือการตัดสินใจที่อ้างอิงข้อมูลล่าสุด ลดเวลาประสานงาน และอธิบายสถานการณ์ต่อผู้เกี่ยวข้องได้ชัดเจนขึ้น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BF6D1-B414-4DD5-85EA-B3BEC1DD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5334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15FED-E8BE-43FD-AB41-D81444662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f55f7ff964dca"/>
          <a:srcRect xmlns:a="http://schemas.openxmlformats.org/drawingml/2006/main" l="0" t="1746" r="0" b="1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143250"/>
            <a:ext cx="514350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FE909-FE4F-4C5D-AD43-A9270E36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34025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6FBEF-4408-4DC7-8546-13B4AB01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1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ติดตามงบประมาณและความคืบหน้าโครงการ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1976937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CF498-B01C-4772-9B8B-5A566964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สถานการณ์ตัวอย่าง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A9766-1CB7-4383-8EAD-C4F2401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ตัวอย่างการใช้งานเมื่อเกิดน้ำท่วมฉับพลัน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DD26E-3E49-4590-B465-F58EAB9C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8025-D30F-4DCF-95A1-6E145EA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ภาพรวมระบบ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6EECC-A5BE-49DF-81BF-B7AE033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E964C-47FB-41AB-8137-3C43BD9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A8E51-9F2B-494E-913B-EDA750CB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853FB-41B3-462E-8283-12B617A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724A3-014E-4B3E-9230-3E682E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61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ประชาชนแจ้งเหตุ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BC830-7CC0-457E-B671-8FB4AE5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1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ส่งข้อมูลและตำแหน่งผ่านลิงก์สาธารณะ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E0E08-C77C-4F4F-9A45-71F4540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A9028-C741-4008-A28B-2E69272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A68D6-9FBA-4910-82D1-6D54C4F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822FE-52E6-4C43-906E-756C2479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เจ้าหน้าที่รับเรื่อง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9D012-31B5-447A-AC25-C59413FF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ตรวจรายละเอียดและกำหนดความเร่งด่วน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1FD6E-F7C1-4429-BB83-83DEA742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1B76-53F9-48E5-9564-7904F4F9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78F3-F7F5-445A-BB4A-CEACC3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45CCD-9DD6-4AB1-9355-D76897A7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ประเมินพื้นที่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90308-229D-4DC2-8F7F-DA4AC1E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9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ดูขอบเขตกระทบ ประชากร และสถานที่สำคัญ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937F-BC5E-414C-8228-EAF73F7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BBACF-5839-4F59-A925-5ED1DBC7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32BCC-8B6B-45BD-AFC2-3AC8032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210BE-6657-47A4-AAB3-40F785E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7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จัดทีมและอุปกรณ์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4042E-07C6-445E-9050-EF3BCF48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เทียบความต้องการกับทรัพยากรพร้อมใช้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C668D1-AB08-4CF7-8240-9C269312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09750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C20B0F-4EEB-4761-B8B2-7437A1C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C2E4-F5D7-46ED-A015-48F43DD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240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18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ติดตามและสื่อสาร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A6475-7849-4ADA-84AE-2A029DA6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669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7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อัปเดตงาน ส่งแจ้งเตือน 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761DEB-56E6-4DF6-9457-A287B259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ผู้บริหารเห็นสถานะเดียวกับทีมภาคสนาม ขณะที่ประชาชนได้รับข้อมูลจากช่องทางที่หน่วยงานกำหนด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40F4A-0818-439F-B5B3-85552B2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ระบบพร้อมขยายจากการรับมือเหตุ ไปสู่การเตรียมแผนและจัดการข้อมูลพื้นที่อย่างต่อเนื่อง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657DD-1C69-49A4-BBA9-4C8695C1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46BD10-3F19-46EE-8310-A4EE1F7B1A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75bf56ebe4ce1"/>
          <a:srcRect xmlns:a="http://schemas.openxmlformats.org/drawingml/2006/main" l="5339" t="0" r="5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952750"/>
            <a:ext cx="46672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30F3C3-9040-4DA9-8005-37F1289F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C2DB9-9D7A-4A2A-8531-E6947EB5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14975"/>
            <a:ext cx="443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แบบฟอร์มแจ้งเหตุสำหรับประชาชน</a:t>
            </a:r>
          </a:p>
        </p:txBody>
      </p:sp>
    </p:spTree>
    <p:extLst>
      <p:ext uri="{BB962C8B-B14F-4D97-AF65-F5344CB8AC3E}">
        <p14:creationId xmlns:p14="http://schemas.microsoft.com/office/powerpoint/2010/main" val="537429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2026-10-28T23:35:13.3050000Z</dcterms:created>
  <dcterms:modified xsi:type="dcterms:W3CDTF">2026-10-28T23:35:13.3050000Z</dcterms:modified>
</coreProperties>
</file>