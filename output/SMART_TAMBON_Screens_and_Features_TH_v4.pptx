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34dbb6b6804e05" /><Relationship Type="http://schemas.openxmlformats.org/officeDocument/2006/relationships/extended-properties" Target="/docProps/app.xml" Id="R7fa574e98d6447d8" /><Relationship Type="http://schemas.openxmlformats.org/officeDocument/2006/relationships/officeDocument" Target="/ppt/presentation.xml" Id="R64456c0e5a7d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cd99333414f83"/>
  </p:sldMasterIdLst>
  <p:notesMasterIdLst>
    <p:notesMasterId xmlns:r="http://schemas.openxmlformats.org/officeDocument/2006/relationships" r:id="Ra9c607207d8c4463"/>
  </p:notesMasterIdLst>
  <p:sldIdLst>
    <p:sldId xmlns:r="http://schemas.openxmlformats.org/officeDocument/2006/relationships" id="256" r:id="Rd231e821e46a45ed"/>
    <p:sldId xmlns:r="http://schemas.openxmlformats.org/officeDocument/2006/relationships" id="257" r:id="R7c73ddab02fc4f82"/>
    <p:sldId xmlns:r="http://schemas.openxmlformats.org/officeDocument/2006/relationships" id="258" r:id="Re7cf46e3c27645f4"/>
    <p:sldId xmlns:r="http://schemas.openxmlformats.org/officeDocument/2006/relationships" id="259" r:id="R0f06a7ab5d9c4511"/>
    <p:sldId xmlns:r="http://schemas.openxmlformats.org/officeDocument/2006/relationships" id="260" r:id="R12685be6d9e2485f"/>
    <p:sldId xmlns:r="http://schemas.openxmlformats.org/officeDocument/2006/relationships" id="261" r:id="R34eaaf6f6cbd426d"/>
    <p:sldId xmlns:r="http://schemas.openxmlformats.org/officeDocument/2006/relationships" id="262" r:id="R771e4c0bed1c4644"/>
    <p:sldId xmlns:r="http://schemas.openxmlformats.org/officeDocument/2006/relationships" id="263" r:id="R0f58c6aa63a94242"/>
    <p:sldId xmlns:r="http://schemas.openxmlformats.org/officeDocument/2006/relationships" id="264" r:id="Rfeae7b5722dd4035"/>
    <p:sldId xmlns:r="http://schemas.openxmlformats.org/officeDocument/2006/relationships" id="265" r:id="Rd6064bd976a54d2a"/>
    <p:sldId xmlns:r="http://schemas.openxmlformats.org/officeDocument/2006/relationships" id="266" r:id="R2febe26301b641e1"/>
    <p:sldId xmlns:r="http://schemas.openxmlformats.org/officeDocument/2006/relationships" id="267" r:id="Rd53ed5bd8d864d4a"/>
    <p:sldId xmlns:r="http://schemas.openxmlformats.org/officeDocument/2006/relationships" id="268" r:id="Rd32ad6cae96445dd"/>
    <p:sldId xmlns:r="http://schemas.openxmlformats.org/officeDocument/2006/relationships" id="269" r:id="Rd55941d9066b415b"/>
    <p:sldId xmlns:r="http://schemas.openxmlformats.org/officeDocument/2006/relationships" id="270" r:id="Rc3724aaa8ad5415b"/>
    <p:sldId xmlns:r="http://schemas.openxmlformats.org/officeDocument/2006/relationships" id="271" r:id="Rf6334f7a3e7e49d7"/>
    <p:sldId xmlns:r="http://schemas.openxmlformats.org/officeDocument/2006/relationships" id="272" r:id="R0bd9060e6b59423c"/>
    <p:sldId xmlns:r="http://schemas.openxmlformats.org/officeDocument/2006/relationships" id="273" r:id="R02f03bd184e2441b"/>
    <p:sldId xmlns:r="http://schemas.openxmlformats.org/officeDocument/2006/relationships" id="274" r:id="R659d250e253f44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8e2e1bd774626" /><Relationship Type="http://schemas.openxmlformats.org/officeDocument/2006/relationships/slideMaster" Target="/ppt/slideMasters/slideMaster1.xml" Id="Rc43cd99333414f83" /><Relationship Type="http://schemas.openxmlformats.org/officeDocument/2006/relationships/notesMaster" Target="/ppt/notesMasters/notesMaster1.xml" Id="Ra9c607207d8c4463" /><Relationship Type="http://schemas.openxmlformats.org/officeDocument/2006/relationships/presProps" Target="/ppt/presProps.xml" Id="Rc66c5a3102464ba8" /><Relationship Type="http://schemas.openxmlformats.org/officeDocument/2006/relationships/tableStyles" Target="/ppt/tableStyles.xml" Id="R639e6485ee304737" /><Relationship Type="http://schemas.openxmlformats.org/officeDocument/2006/relationships/slide" Target="/ppt/slides/slide1.xml" Id="Rd231e821e46a45ed" /><Relationship Type="http://schemas.openxmlformats.org/officeDocument/2006/relationships/slide" Target="/ppt/slides/slide2.xml" Id="R7c73ddab02fc4f82" /><Relationship Type="http://schemas.openxmlformats.org/officeDocument/2006/relationships/slide" Target="/ppt/slides/slide3.xml" Id="Re7cf46e3c27645f4" /><Relationship Type="http://schemas.openxmlformats.org/officeDocument/2006/relationships/slide" Target="/ppt/slides/slide4.xml" Id="R0f06a7ab5d9c4511" /><Relationship Type="http://schemas.openxmlformats.org/officeDocument/2006/relationships/slide" Target="/ppt/slides/slide5.xml" Id="R12685be6d9e2485f" /><Relationship Type="http://schemas.openxmlformats.org/officeDocument/2006/relationships/slide" Target="/ppt/slides/slide6.xml" Id="R34eaaf6f6cbd426d" /><Relationship Type="http://schemas.openxmlformats.org/officeDocument/2006/relationships/slide" Target="/ppt/slides/slide7.xml" Id="R771e4c0bed1c4644" /><Relationship Type="http://schemas.openxmlformats.org/officeDocument/2006/relationships/slide" Target="/ppt/slides/slide8.xml" Id="R0f58c6aa63a94242" /><Relationship Type="http://schemas.openxmlformats.org/officeDocument/2006/relationships/slide" Target="/ppt/slides/slide9.xml" Id="Rfeae7b5722dd4035" /><Relationship Type="http://schemas.openxmlformats.org/officeDocument/2006/relationships/slide" Target="/ppt/slides/slide10.xml" Id="Rd6064bd976a54d2a" /><Relationship Type="http://schemas.openxmlformats.org/officeDocument/2006/relationships/slide" Target="/ppt/slides/slide11.xml" Id="R2febe26301b641e1" /><Relationship Type="http://schemas.openxmlformats.org/officeDocument/2006/relationships/slide" Target="/ppt/slides/slide12.xml" Id="Rd53ed5bd8d864d4a" /><Relationship Type="http://schemas.openxmlformats.org/officeDocument/2006/relationships/slide" Target="/ppt/slides/slide13.xml" Id="Rd32ad6cae96445dd" /><Relationship Type="http://schemas.openxmlformats.org/officeDocument/2006/relationships/slide" Target="/ppt/slides/slide14.xml" Id="Rd55941d9066b415b" /><Relationship Type="http://schemas.openxmlformats.org/officeDocument/2006/relationships/slide" Target="/ppt/slides/slide15.xml" Id="Rc3724aaa8ad5415b" /><Relationship Type="http://schemas.openxmlformats.org/officeDocument/2006/relationships/slide" Target="/ppt/slides/slide16.xml" Id="Rf6334f7a3e7e49d7" /><Relationship Type="http://schemas.openxmlformats.org/officeDocument/2006/relationships/slide" Target="/ppt/slides/slide17.xml" Id="R0bd9060e6b59423c" /><Relationship Type="http://schemas.openxmlformats.org/officeDocument/2006/relationships/slide" Target="/ppt/slides/slide18.xml" Id="R02f03bd184e2441b" /><Relationship Type="http://schemas.openxmlformats.org/officeDocument/2006/relationships/slide" Target="/ppt/slides/slide19.xml" Id="R659d250e253f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0f4163264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f67ddaecd435c" /><Relationship Type="http://schemas.openxmlformats.org/officeDocument/2006/relationships/notesMaster" Target="/ppt/notesMasters/notesMaster1.xml" Id="Rdfa929576eea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dab67e2bc4e32" /><Relationship Type="http://schemas.openxmlformats.org/officeDocument/2006/relationships/notesMaster" Target="/ppt/notesMasters/notesMaster1.xml" Id="R0909d491172e48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aa716e88174324" /><Relationship Type="http://schemas.openxmlformats.org/officeDocument/2006/relationships/notesMaster" Target="/ppt/notesMasters/notesMaster1.xml" Id="R005b49974711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b10f8466c4c22" /><Relationship Type="http://schemas.openxmlformats.org/officeDocument/2006/relationships/notesMaster" Target="/ppt/notesMasters/notesMaster1.xml" Id="Ra888aeb72619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ee73376464f73" /><Relationship Type="http://schemas.openxmlformats.org/officeDocument/2006/relationships/notesMaster" Target="/ppt/notesMasters/notesMaster1.xml" Id="Rb4066dfeea24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0e6e9e6c804d88" /><Relationship Type="http://schemas.openxmlformats.org/officeDocument/2006/relationships/notesMaster" Target="/ppt/notesMasters/notesMaster1.xml" Id="Rc0538d049458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61f11b3ca34f8f" /><Relationship Type="http://schemas.openxmlformats.org/officeDocument/2006/relationships/notesMaster" Target="/ppt/notesMasters/notesMaster1.xml" Id="R8ec86a0c93e341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c20b2973b418f" /><Relationship Type="http://schemas.openxmlformats.org/officeDocument/2006/relationships/notesMaster" Target="/ppt/notesMasters/notesMaster1.xml" Id="R3039526ecb974f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a9bda9e1d42ec" /><Relationship Type="http://schemas.openxmlformats.org/officeDocument/2006/relationships/notesMaster" Target="/ppt/notesMasters/notesMaster1.xml" Id="R1f20d770e4cb4b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b12bc11e4e4c8c" /><Relationship Type="http://schemas.openxmlformats.org/officeDocument/2006/relationships/notesMaster" Target="/ppt/notesMasters/notesMaster1.xml" Id="R46444e03e51744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1f040b8b364ee5" /><Relationship Type="http://schemas.openxmlformats.org/officeDocument/2006/relationships/notesMaster" Target="/ppt/notesMasters/notesMaster1.xml" Id="Rd340cbc174a84d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e39482e66e4864" /><Relationship Type="http://schemas.openxmlformats.org/officeDocument/2006/relationships/notesMaster" Target="/ppt/notesMasters/notesMaster1.xml" Id="Ra39dff5cf5de45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ca139b7a4a4a9d" /><Relationship Type="http://schemas.openxmlformats.org/officeDocument/2006/relationships/notesMaster" Target="/ppt/notesMasters/notesMaster1.xml" Id="R8af87f6aec2741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743c5c883b481e" /><Relationship Type="http://schemas.openxmlformats.org/officeDocument/2006/relationships/notesMaster" Target="/ppt/notesMasters/notesMaster1.xml" Id="Rfca004a2bb9e49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4f9166506b4d60" /><Relationship Type="http://schemas.openxmlformats.org/officeDocument/2006/relationships/notesMaster" Target="/ppt/notesMasters/notesMaster1.xml" Id="Ra36ab902292840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afb252d7254bb5" /><Relationship Type="http://schemas.openxmlformats.org/officeDocument/2006/relationships/notesMaster" Target="/ppt/notesMasters/notesMaster1.xml" Id="Rc25beb150da742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19c37e8c0c45d4" /><Relationship Type="http://schemas.openxmlformats.org/officeDocument/2006/relationships/notesMaster" Target="/ppt/notesMasters/notesMaster1.xml" Id="Ra148800eaabe47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f980408b8c480e" /><Relationship Type="http://schemas.openxmlformats.org/officeDocument/2006/relationships/notesMaster" Target="/ppt/notesMasters/notesMaster1.xml" Id="Rc14ab63df5ac45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65da4ba28e4a14" /><Relationship Type="http://schemas.openxmlformats.org/officeDocument/2006/relationships/notesMaster" Target="/ppt/notesMasters/notesMaster1.xml" Id="Rd541af098fd142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Tambon\Screenshot\5_กฎ\1_กฎการประเมินทรัพยากร.JPG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Tambon\Screenshot\10_นำเข้าข้อมูล\1_นำเข้าข้อมูล.JPG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  <a:p xmlns:a="http://schemas.openxmlformats.org/drawingml/2006/main">
            <a:br/>
            <a:r>
              <a:t>ภาพหน้าจอ: F:\ESM_doc\SmartCity\Smart Tambon\Screenshot\12_ตั้งค่าระบบ\3_ช่องทางแจ้งเตือน.JPG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Tambon\Screenshot\1_ภาพรวมเมือง\2_ภาพรวม(ต่อ).JPG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Tambon\Screenshot\4_ภัยพิบัติ\2_ภัยพิบัติ.JPG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4314316e74d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20c2befbd43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67f96a2eb42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fe6da956842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4ac90ca154a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e30b789df4a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bb0d194684567" /><Relationship Type="http://schemas.openxmlformats.org/officeDocument/2006/relationships/slideLayout" Target="/ppt/slideLayouts/slideLayout1.xml" Id="Ra57b0b600f3e4c64" /><Relationship Type="http://schemas.openxmlformats.org/officeDocument/2006/relationships/slideLayout" Target="/ppt/slideLayouts/slideLayout2.xml" Id="R842a278770504de0" /><Relationship Type="http://schemas.openxmlformats.org/officeDocument/2006/relationships/slideLayout" Target="/ppt/slideLayouts/slideLayout3.xml" Id="R8bf4da3d09f848f9" /><Relationship Type="http://schemas.openxmlformats.org/officeDocument/2006/relationships/slideLayout" Target="/ppt/slideLayouts/slideLayout4.xml" Id="R58b43ff8745845ef" /><Relationship Type="http://schemas.openxmlformats.org/officeDocument/2006/relationships/slideLayout" Target="/ppt/slideLayouts/slideLayout5.xml" Id="R3621b38c14f84478" /><Relationship Type="http://schemas.openxmlformats.org/officeDocument/2006/relationships/slideLayout" Target="/ppt/slideLayouts/slideLayout6.xml" Id="Rcca51777d695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b0b600f3e4c64"/>
    <p:sldLayoutId xmlns:r="http://schemas.openxmlformats.org/officeDocument/2006/relationships" id="2147483650" r:id="R842a278770504de0"/>
    <p:sldLayoutId xmlns:r="http://schemas.openxmlformats.org/officeDocument/2006/relationships" id="2147483651" r:id="R8bf4da3d09f848f9"/>
    <p:sldLayoutId xmlns:r="http://schemas.openxmlformats.org/officeDocument/2006/relationships" id="2147483652" r:id="R58b43ff8745845ef"/>
    <p:sldLayoutId xmlns:r="http://schemas.openxmlformats.org/officeDocument/2006/relationships" id="2147483653" r:id="R3621b38c14f84478"/>
    <p:sldLayoutId xmlns:r="http://schemas.openxmlformats.org/officeDocument/2006/relationships" id="2147483654" r:id="Rcca51777d695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677cc96e64e91" /><Relationship Type="http://schemas.openxmlformats.org/officeDocument/2006/relationships/image" Target="/ppt/media/image.png" Id="Rb6b236d968c74323" /><Relationship Type="http://schemas.openxmlformats.org/officeDocument/2006/relationships/notesSlide" Target="/ppt/notesSlides/notesSlide1.xml" Id="R6c9619168681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7cb86b2c04b61" /><Relationship Type="http://schemas.openxmlformats.org/officeDocument/2006/relationships/notesSlide" Target="/ppt/notesSlides/notesSlide2.xml" Id="R0ab33141ce29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86aa9df554300" /><Relationship Type="http://schemas.openxmlformats.org/officeDocument/2006/relationships/image" Target="/ppt/media/image.jpeg" Id="Rc2d1184d34c44922" /><Relationship Type="http://schemas.openxmlformats.org/officeDocument/2006/relationships/notesSlide" Target="/ppt/notesSlides/notesSlide3.xml" Id="R9b432f4867dc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526812db045f4" /><Relationship Type="http://schemas.openxmlformats.org/officeDocument/2006/relationships/image" Target="/ppt/media/image2.jpeg" Id="Rcdcf1d3f4c1b4662" /><Relationship Type="http://schemas.openxmlformats.org/officeDocument/2006/relationships/notesSlide" Target="/ppt/notesSlides/notesSlide4.xml" Id="R09761cb7d30a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2369ebe1f4d01" /><Relationship Type="http://schemas.openxmlformats.org/officeDocument/2006/relationships/image" Target="/ppt/media/image3.jpeg" Id="R5a5f8909b1b44c3a" /><Relationship Type="http://schemas.openxmlformats.org/officeDocument/2006/relationships/notesSlide" Target="/ppt/notesSlides/notesSlide5.xml" Id="Rd1258696e8d249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d15ff4f4e4f66" /><Relationship Type="http://schemas.openxmlformats.org/officeDocument/2006/relationships/image" Target="/ppt/media/image4.jpeg" Id="R74d318045bad43bb" /><Relationship Type="http://schemas.openxmlformats.org/officeDocument/2006/relationships/notesSlide" Target="/ppt/notesSlides/notesSlide6.xml" Id="Ra496c7b0485e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7087799834ce6" /><Relationship Type="http://schemas.openxmlformats.org/officeDocument/2006/relationships/image" Target="/ppt/media/image5.jpeg" Id="Rb47af2c8c6b04b29" /><Relationship Type="http://schemas.openxmlformats.org/officeDocument/2006/relationships/notesSlide" Target="/ppt/notesSlides/notesSlide7.xml" Id="R4a08ec45b30b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712f2135c4683" /><Relationship Type="http://schemas.openxmlformats.org/officeDocument/2006/relationships/image" Target="/ppt/media/image6.jpeg" Id="Rdf69c42206b9431c" /><Relationship Type="http://schemas.openxmlformats.org/officeDocument/2006/relationships/notesSlide" Target="/ppt/notesSlides/notesSlide8.xml" Id="R2ea95be969694e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ddcb8f7514e6e" /><Relationship Type="http://schemas.openxmlformats.org/officeDocument/2006/relationships/image" Target="/ppt/media/image7.jpeg" Id="R9bd0c74cd14f4441" /><Relationship Type="http://schemas.openxmlformats.org/officeDocument/2006/relationships/notesSlide" Target="/ppt/notesSlides/notesSlide9.xml" Id="Re8c59f74fcf545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f0fc03a994223" /><Relationship Type="http://schemas.openxmlformats.org/officeDocument/2006/relationships/image" Target="/ppt/media/image8.jpeg" Id="R9d7f7aa83b634b7c" /><Relationship Type="http://schemas.openxmlformats.org/officeDocument/2006/relationships/notesSlide" Target="/ppt/notesSlides/notesSlide10.xml" Id="Rd830b564250342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5a1abd5f04079" /><Relationship Type="http://schemas.openxmlformats.org/officeDocument/2006/relationships/image" Target="/ppt/media/image9.jpeg" Id="R00e94b5445ac4501" /><Relationship Type="http://schemas.openxmlformats.org/officeDocument/2006/relationships/notesSlide" Target="/ppt/notesSlides/notesSlide11.xml" Id="R45b49b2ddfbc4d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b7ba79a414cd8" /><Relationship Type="http://schemas.openxmlformats.org/officeDocument/2006/relationships/image" Target="/ppt/media/image10.jpeg" Id="Re3ea9598fcc04e95" /><Relationship Type="http://schemas.openxmlformats.org/officeDocument/2006/relationships/notesSlide" Target="/ppt/notesSlides/notesSlide12.xml" Id="R6383a714f98b41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aa52ad50c428a" /><Relationship Type="http://schemas.openxmlformats.org/officeDocument/2006/relationships/image" Target="/ppt/media/image11.jpeg" Id="R9f989434de1149ee" /><Relationship Type="http://schemas.openxmlformats.org/officeDocument/2006/relationships/notesSlide" Target="/ppt/notesSlides/notesSlide13.xml" Id="R3431bc42c1f946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81a0bdbd24452" /><Relationship Type="http://schemas.openxmlformats.org/officeDocument/2006/relationships/image" Target="/ppt/media/image12.jpeg" Id="Rfba0bbc9895b4d7c" /><Relationship Type="http://schemas.openxmlformats.org/officeDocument/2006/relationships/notesSlide" Target="/ppt/notesSlides/notesSlide14.xml" Id="R38337459053240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21fb9c07744ae" /><Relationship Type="http://schemas.openxmlformats.org/officeDocument/2006/relationships/image" Target="/ppt/media/image13.jpeg" Id="Re6d9a28be5b644b8" /><Relationship Type="http://schemas.openxmlformats.org/officeDocument/2006/relationships/notesSlide" Target="/ppt/notesSlides/notesSlide15.xml" Id="R48f97fe23d5f41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e49ab58d64c59" /><Relationship Type="http://schemas.openxmlformats.org/officeDocument/2006/relationships/image" Target="/ppt/media/image14.jpeg" Id="R72a89287f4c0456b" /><Relationship Type="http://schemas.openxmlformats.org/officeDocument/2006/relationships/notesSlide" Target="/ppt/notesSlides/notesSlide16.xml" Id="Re42267c7be1941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0faecf75d496c" /><Relationship Type="http://schemas.openxmlformats.org/officeDocument/2006/relationships/image" Target="/ppt/media/image15.jpeg" Id="Rc235cb1539164956" /><Relationship Type="http://schemas.openxmlformats.org/officeDocument/2006/relationships/notesSlide" Target="/ppt/notesSlides/notesSlide17.xml" Id="R7cdba48ce9e045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c7f621f404a8c" /><Relationship Type="http://schemas.openxmlformats.org/officeDocument/2006/relationships/image" Target="/ppt/media/image16.jpeg" Id="R90e1581a04914175" /><Relationship Type="http://schemas.openxmlformats.org/officeDocument/2006/relationships/image" Target="/ppt/media/image17.jpeg" Id="R1fafeb69886b48e0" /><Relationship Type="http://schemas.openxmlformats.org/officeDocument/2006/relationships/notesSlide" Target="/ppt/notesSlides/notesSlide18.xml" Id="Rc837d5de7d534e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93c019e664bfd" /><Relationship Type="http://schemas.openxmlformats.org/officeDocument/2006/relationships/notesSlide" Target="/ppt/notesSlides/notesSlide19.xml" Id="Re07fc1bfe5b547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10941-27ED-4DC3-A5C6-B7156AAAA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236d968c74323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4D894-16E2-4B87-B422-84BE10C2B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1184d34c44922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0EEDD-068E-4D91-878E-1DCB6A6D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801E8-091C-4DA9-A2A9-344827BE9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f1d3f4c1b4662"/>
          <a:srcRect xmlns:a="http://schemas.openxmlformats.org/drawingml/2006/main" l="1113" t="0" r="1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762125"/>
            <a:ext cx="5619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A5DFD-DE8E-41D7-949E-7CFD9BD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815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A0136-E591-488E-B461-F818ED2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DBE02-FB18-497A-9A17-966E634C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6334125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A56D4-1CE0-4222-8EFD-D82EE6B78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f8909b1b44c3a"/>
          <a:srcRect xmlns:a="http://schemas.openxmlformats.org/drawingml/2006/main" l="1680" t="0" r="16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66875"/>
            <a:ext cx="61436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2C26D-171F-406F-AEB1-C78B35F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96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0FD50-A1D5-41F1-BE61-5ECF227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48225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1871A-A1E8-4EA6-9F70-EDA9BEE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86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7575B7-FA49-41F4-89E6-D4596B752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18045bad43bb"/>
          <a:srcRect xmlns:a="http://schemas.openxmlformats.org/drawingml/2006/main" l="1237" t="0" r="1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0956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741955-59AE-44E1-B425-AE9384F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0246F-A09C-4AA9-8D69-357BDF90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รายการเหตุที่รอรับเรื่อง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12D21-D672-4CEC-9A3F-0A7E95A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7096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EF623-BDBE-468F-BCE0-5473317B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715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97799-A05E-4964-9CCB-8A5F0EFD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71625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F0D72-0EFD-4804-87B2-515F2445C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af2c8c6b04b29"/>
          <a:srcRect xmlns:a="http://schemas.openxmlformats.org/drawingml/2006/main" l="1294" t="0" r="1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66875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931CB-702E-4239-99E7-2CCAA18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3EC22-B57A-4D2E-8E70-ED3A441D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ประเมินสถานการณ์ภัยพิบัติ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26BB8-3562-4EC6-94F4-2CF150A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19137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71C6F-480A-4DBC-A4A1-954954E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738E9-A4B7-4377-BE7E-415A2E03E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9c42206b9431c"/>
          <a:srcRect xmlns:a="http://schemas.openxmlformats.org/drawingml/2006/main" l="220" t="0" r="2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143125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DD41-DFBD-4AD0-8892-C9018CC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2A9DC-5C1B-4FF8-9BDB-DBEBC4F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รายการกฎการประเมินทรัพยากร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8AFC8-4D68-4338-94B8-6928334B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79202-344F-40DB-A920-EB141350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0c74cd14f4441"/>
          <a:srcRect xmlns:a="http://schemas.openxmlformats.org/drawingml/2006/main" l="1140" t="0" r="1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09750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8972D-F262-4E4D-B469-0251FFB5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06F5D-49E7-43E9-89E9-AAA381F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63A58-B6F8-4F73-A0DF-B7B49CBC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F2A9C-E183-49B7-B1B9-E3B7FA00C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f7aa83b634b7c"/>
          <a:srcRect xmlns:a="http://schemas.openxmlformats.org/drawingml/2006/main" l="0" t="24225" r="0" b="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3286125"/>
            <a:ext cx="8953500" cy="2524125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43685F-172E-4DDF-99F5-7FE7769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1E27B5-AAED-4750-9EA1-AFF708B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14975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รายการข่าวประชาสัมพันธ์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AF5AB-DE87-4648-97C1-840D0B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49C97-7A7F-4D73-8B62-C87E689D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F1F86-19AC-4EA4-B8E1-9D3EC7C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62388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93F6A-64B9-463B-8A64-5DD6BEF48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94b5445ac4501"/>
          <a:srcRect xmlns:a="http://schemas.openxmlformats.org/drawingml/2006/main" l="1089" t="0" r="1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66875"/>
            <a:ext cx="6048375" cy="3381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BD35D-0A30-42D3-8A6E-21EAF09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2C850-0767-4D86-A1E1-7A7A0445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5819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1C387-25E8-4326-A8E6-A798772B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F8769-5FE4-4345-AA57-00ACEC6C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361DF-8BA9-461D-AD0C-D8CEA4F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E53AA-CE8B-4C80-8819-A4B74BC6D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a9598fcc04e95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1925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4B6066-6E6A-4C32-B7DD-AE830EAB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8AE8E-B1DF-452B-9C1F-76C15F4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5297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งบประมาณและรายการโครงการ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8A684-5E7C-43F7-B6CE-928526ED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02AC5-F0DA-41ED-B182-766548E2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นำเข้าด้วยไฟล์หรือกรอกเอง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ตรวจสอบข้อมูลและจัดเก็บเป็นรุ่น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E2374D-45E7-40E4-9EAD-B45E9E56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F492AA-B484-43AE-9C8A-39F8A5864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89434de1149ee"/>
          <a:srcRect xmlns:a="http://schemas.openxmlformats.org/drawingml/2006/main" l="0" t="5737" r="0" b="5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3000375"/>
            <a:ext cx="600075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EE43D-982B-4A2B-BDB3-83BDA45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81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7E337F-3154-4E23-900C-B120075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102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หน้าจัดการชุดข้อมูลและรุ่นข้อมูล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B572E-D870-48C9-9175-4CC7AE5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5953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D1899-7CCE-47D1-B74A-330746071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0bbc9895b4d7c"/>
          <a:srcRect xmlns:a="http://schemas.openxmlformats.org/drawingml/2006/main" l="1344" t="0" r="1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14500"/>
            <a:ext cx="576262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E5F8A-1C1C-40D2-918B-914401D9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576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AF9CE-3090-42D1-8CC2-0B82161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5534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หน้าสนทนาและผลวิเคราะห์จากผู้ช่วย AI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3CA9E-605D-4B6D-BDF6-29A2D0A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6619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6C884-3D14-4623-99FA-1A3AB98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ED271-AF07-4DF5-ACF9-90726D71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8A7F5-98EF-4A61-AE5B-BD3462F62F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9a28be5b644b8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209550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FAF0B-F11C-4E44-9FD9-56DECF7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0819D-E7A5-4FFC-9D07-A20B4C79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รายการผู้ใช้และสิทธิ์ของหน่วยงาน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45673-6EF6-40D0-AA65-11B3E323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8429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2C066-CD86-4A33-B299-43557EA3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7626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CCBC5-A53B-496C-A757-740217EEA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89287f4c0456b"/>
          <a:srcRect xmlns:a="http://schemas.openxmlformats.org/drawingml/2006/main" l="1527" t="0" r="1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25ECF-EDD6-4562-86F5-58365AF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557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E93A8-2D6B-48FD-AB7F-AB98BB0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43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ตั้งค่าช่องทางแจ้งเตือน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A39D7-B9F4-4C28-9E86-DBEF1B38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990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1F51E4-6014-4548-B7C1-BB4CD099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ผู้ดูแลกำหนดข้อความแนะนำและเปิดหรือปิดลิงก์สาธารณะได้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432C24-8332-42C0-94FD-20047C7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53816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0C353-A9AB-4982-867C-7672D7836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5cb1539164956"/>
          <a:srcRect xmlns:a="http://schemas.openxmlformats.org/drawingml/2006/main" l="326" t="0" r="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048000"/>
            <a:ext cx="519112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302209-F764-4393-8759-9D72FA9D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B9BDA8-24AC-4340-B5DC-ED6A137F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0225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แบบฟอร์มแจ้งเหตุสาธารณะ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3B7E3-FD69-4795-A73B-BF617D1A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8C673-44EF-490B-A0BE-4D06DAA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3652E-8C1A-4702-9834-84B3733DCE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581a04914175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637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F4E552-3D6A-4B67-A617-010F64A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ข้อมูลพื้นฐานและทรัพยากร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03768-759F-4143-B9BB-DF29D76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F084A-39E8-4783-AAD4-CADF53084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feb69886b48e0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17FBD-3C4C-4F08-81FA-29759D1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2026-10-28T23:37:32.3890000Z</dcterms:created>
  <dcterms:modified xsi:type="dcterms:W3CDTF">2026-10-28T23:37:32.3890000Z</dcterms:modified>
</coreProperties>
</file>